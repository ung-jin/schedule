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80509658cc4746" /><Relationship Type="http://schemas.openxmlformats.org/officeDocument/2006/relationships/extended-properties" Target="/docProps/app.xml" Id="R5fbefbe0ec224306" /><Relationship Type="http://schemas.openxmlformats.org/officeDocument/2006/relationships/officeDocument" Target="/ppt/presentation.xml" Id="R8e3954b27e344a35" /></Relationships>
</file>

<file path=ppt/presentation.xml><?xml version="1.0" encoding="utf-8"?>
<p:presentation xmlns:p="http://schemas.openxmlformats.org/presentationml/2006/main">
  <p:sldMasterIdLst>
    <p:sldMasterId xmlns:r="http://schemas.openxmlformats.org/officeDocument/2006/relationships" id="2147483648" r:id="Rfc8ca587e3a04c3b"/>
  </p:sldMasterIdLst>
  <p:notesMasterIdLst>
    <p:notesMasterId xmlns:r="http://schemas.openxmlformats.org/officeDocument/2006/relationships" r:id="R10058630334f44a3"/>
  </p:notesMasterIdLst>
  <p:sldIdLst>
    <p:sldId xmlns:r="http://schemas.openxmlformats.org/officeDocument/2006/relationships" id="256" r:id="Rcb9a0a51777841c1"/>
    <p:sldId xmlns:r="http://schemas.openxmlformats.org/officeDocument/2006/relationships" id="257" r:id="R087da2da0c4c4ce5"/>
    <p:sldId xmlns:r="http://schemas.openxmlformats.org/officeDocument/2006/relationships" id="258" r:id="R4fd9476b992f4e69"/>
    <p:sldId xmlns:r="http://schemas.openxmlformats.org/officeDocument/2006/relationships" id="259" r:id="R48b98dbcd5d9478a"/>
    <p:sldId xmlns:r="http://schemas.openxmlformats.org/officeDocument/2006/relationships" id="260" r:id="R7d3de6a6e5954150"/>
    <p:sldId xmlns:r="http://schemas.openxmlformats.org/officeDocument/2006/relationships" id="261" r:id="Rf481e591c4374a52"/>
    <p:sldId xmlns:r="http://schemas.openxmlformats.org/officeDocument/2006/relationships" id="262" r:id="R1598439dfefa48b6"/>
    <p:sldId xmlns:r="http://schemas.openxmlformats.org/officeDocument/2006/relationships" id="263" r:id="Rcf53a42d2a17411f"/>
    <p:sldId xmlns:r="http://schemas.openxmlformats.org/officeDocument/2006/relationships" id="264" r:id="R38c5fb49303d4d99"/>
    <p:sldId xmlns:r="http://schemas.openxmlformats.org/officeDocument/2006/relationships" id="265" r:id="R7807e76003844953"/>
    <p:sldId xmlns:r="http://schemas.openxmlformats.org/officeDocument/2006/relationships" id="266" r:id="Re4ec83a6791f4f98"/>
    <p:sldId xmlns:r="http://schemas.openxmlformats.org/officeDocument/2006/relationships" id="267" r:id="Rdea64101cb404df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9307b15e95149d8" /><Relationship Type="http://schemas.openxmlformats.org/officeDocument/2006/relationships/slideMaster" Target="/ppt/slideMasters/slideMaster1.xml" Id="Rfc8ca587e3a04c3b" /><Relationship Type="http://schemas.openxmlformats.org/officeDocument/2006/relationships/notesMaster" Target="/ppt/notesMasters/notesMaster1.xml" Id="R10058630334f44a3" /><Relationship Type="http://schemas.openxmlformats.org/officeDocument/2006/relationships/presProps" Target="/ppt/presProps.xml" Id="R365adbb37dc34083" /><Relationship Type="http://schemas.openxmlformats.org/officeDocument/2006/relationships/viewProps" Target="/ppt/viewProps.xml" Id="R16d7387749384ba5" /><Relationship Type="http://schemas.openxmlformats.org/officeDocument/2006/relationships/tableStyles" Target="/ppt/tableStyles.xml" Id="R68d7907e03b74b3e" /><Relationship Type="http://schemas.openxmlformats.org/officeDocument/2006/relationships/slide" Target="/ppt/slides/slide1.xml" Id="Rcb9a0a51777841c1" /><Relationship Type="http://schemas.openxmlformats.org/officeDocument/2006/relationships/slide" Target="/ppt/slides/slide2.xml" Id="R087da2da0c4c4ce5" /><Relationship Type="http://schemas.openxmlformats.org/officeDocument/2006/relationships/slide" Target="/ppt/slides/slide3.xml" Id="R4fd9476b992f4e69" /><Relationship Type="http://schemas.openxmlformats.org/officeDocument/2006/relationships/slide" Target="/ppt/slides/slide4.xml" Id="R48b98dbcd5d9478a" /><Relationship Type="http://schemas.openxmlformats.org/officeDocument/2006/relationships/slide" Target="/ppt/slides/slide5.xml" Id="R7d3de6a6e5954150" /><Relationship Type="http://schemas.openxmlformats.org/officeDocument/2006/relationships/slide" Target="/ppt/slides/slide6.xml" Id="Rf481e591c4374a52" /><Relationship Type="http://schemas.openxmlformats.org/officeDocument/2006/relationships/slide" Target="/ppt/slides/slide7.xml" Id="R1598439dfefa48b6" /><Relationship Type="http://schemas.openxmlformats.org/officeDocument/2006/relationships/slide" Target="/ppt/slides/slide8.xml" Id="Rcf53a42d2a17411f" /><Relationship Type="http://schemas.openxmlformats.org/officeDocument/2006/relationships/slide" Target="/ppt/slides/slide9.xml" Id="R38c5fb49303d4d99" /><Relationship Type="http://schemas.openxmlformats.org/officeDocument/2006/relationships/slide" Target="/ppt/slides/slide10.xml" Id="R7807e76003844953" /><Relationship Type="http://schemas.openxmlformats.org/officeDocument/2006/relationships/slide" Target="/ppt/slides/slide11.xml" Id="Re4ec83a6791f4f98" /><Relationship Type="http://schemas.openxmlformats.org/officeDocument/2006/relationships/slide" Target="/ppt/slides/slide12.xml" Id="Rdea64101cb404df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b40468681f4c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cd5741f8f034581" /><Relationship Type="http://schemas.openxmlformats.org/officeDocument/2006/relationships/notesMaster" Target="/ppt/notesMasters/notesMaster1.xml" Id="R0ed5099663ca43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86a11522994f5d" /><Relationship Type="http://schemas.openxmlformats.org/officeDocument/2006/relationships/notesMaster" Target="/ppt/notesMasters/notesMaster1.xml" Id="Ra0771a4ab2b642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a3ddc284e949aa" /><Relationship Type="http://schemas.openxmlformats.org/officeDocument/2006/relationships/notesMaster" Target="/ppt/notesMasters/notesMaster1.xml" Id="Rbcd6b697393043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0f54311da24594" /><Relationship Type="http://schemas.openxmlformats.org/officeDocument/2006/relationships/notesMaster" Target="/ppt/notesMasters/notesMaster1.xml" Id="R22e9b18490bc42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1b0b3057114118" /><Relationship Type="http://schemas.openxmlformats.org/officeDocument/2006/relationships/notesMaster" Target="/ppt/notesMasters/notesMaster1.xml" Id="Raebdaef4c8de4d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1a8dc5337f477c" /><Relationship Type="http://schemas.openxmlformats.org/officeDocument/2006/relationships/notesMaster" Target="/ppt/notesMasters/notesMaster1.xml" Id="Rc29ea2c320fb498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fbade31e502427b" /><Relationship Type="http://schemas.openxmlformats.org/officeDocument/2006/relationships/notesMaster" Target="/ppt/notesMasters/notesMaster1.xml" Id="R3c13254ad61549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1361570a8f4009" /><Relationship Type="http://schemas.openxmlformats.org/officeDocument/2006/relationships/notesMaster" Target="/ppt/notesMasters/notesMaster1.xml" Id="R04a63f1c42b945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ad332198634226" /><Relationship Type="http://schemas.openxmlformats.org/officeDocument/2006/relationships/notesMaster" Target="/ppt/notesMasters/notesMaster1.xml" Id="R3f914318c1044c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e4558189efc4834" /><Relationship Type="http://schemas.openxmlformats.org/officeDocument/2006/relationships/notesMaster" Target="/ppt/notesMasters/notesMaster1.xml" Id="Re61dc63995d5428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eb0f63f4964300" /><Relationship Type="http://schemas.openxmlformats.org/officeDocument/2006/relationships/notesMaster" Target="/ppt/notesMasters/notesMaster1.xml" Id="R3ec9c5885242451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57472654464b09" /><Relationship Type="http://schemas.openxmlformats.org/officeDocument/2006/relationships/notesMaster" Target="/ppt/notesMasters/notesMaster1.xml" Id="Rb0ede10724924b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안녕하세요. 저희 팀은 냉난방기기 AS 업무의 접수부터 기사 배정, 방문 결과, 고객 만족도까지 한 시스템에서 관리하는 Schedule을 개발했습니다. 프로젝트 기간은 9월 8일부터 15일까지 6개 작업일입니다. 화면 단위로 역할을 나눠 각 담당자가 백엔드와 프론트엔드를 함께 구현했습니다. 표지의 훈련기관명, 팀명, 팀장명, 발표자와 멘토명은 제출 전에 실제 정보로 교체해 주세요.</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[0:40~1:10] 발표는 가이드의 다섯 항목을 기준으로 진행합니다. 먼저 프로젝트 개요와 차별점을 설명하고, 팀 구성과 역할을 소개하겠습니다. 이어서 수행 절차와 방법, 실제 구현 경과와 구동 화면을 보여드린 뒤 자체 평가로 마무리하겠습니다. 핵심 기능 시연은 별도 5~10분 영상으로 제작할 수 있도록 화면 흐름도 함께 정리했습니다.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[1:10~2:20] Schedule의 목적은 흩어진 AS 업무를 하나의 데이터 흐름으로 연결하는 것입니다. 고객이 신청하면 관리자가 접수 현황을 보고 기사를 배정합니다. 기사는 오늘 일정과 월간 일정을 확인하고 방문 뒤 결과를 등록합니다. 신규 결과가 등록되면 고객에게 만족도 설문 링크가 문자로 발송되고, 응답은 기사별 월간 통계와 전년 동월 비교에 반영됩니다. 관리자, 기사, 고객의 역할은 분리했지만 REQUEST와 AS_SCHEDULE을 중심으로 같은 상태를 공유합니다. 근거: RequestController, ScheduleController, ResultController, SatisfactionService.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[2:20~3:40] 선정 배경은 전화와 메모 중심 업무에서 발생하는 정보 단절입니다. 관리자는 여러 기사 일정을 한눈에 보기 어렵고, 기사는 자신의 방문 일정을 다시 전달받아야 합니다. 작업이 끝나도 고객 피드백은 별도 채널에 남아 운영 데이터가 되기 어렵습니다. 저희는 역할별 화면을 만들고 접수, 배정, 결과, 만족도를 하나의 DB로 연결했습니다. 특히 결과 등록 직후 자체 설문 링크를 발송하고 응답을 통계로 반영하는 부분이 단순 일정 캘린더와 다른 특화 포인트입니다.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[3:40~4:50] 팀은 화면 단위로 역할을 나눴습니다. 팀장은 공통 화면과 로그인, 통합을 맡았습니다. 최준영은 관리자 대시보드와 기사관리, 김성준은 관리자 일정관리, 박성인은 기사 대시보드와 결과보고, SMS와 만족도 기능을 담당했습니다. 화면 단위 분업 덕분에 각 담당자가 Controller, Service, Mapper, HTML과 JavaScript까지 완결된 흐름을 경험했습니다. 다만 저장소에서 팀장 이름과 멘토 지원 내역은 확인할 수 없으므로 발표 전 실제 피드백과 질의응답 사례를 입력해야 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[4:50~6:20] 수행 과정은 다섯 단계입니다. 9월 8일에 역할과 Git 전략을 정하고, 다음 날 DB와 공통 화면 뼈대를 만들었습니다. 10일과 11일에는 기사 일정에서 결과보고, SMS 설문까지 기능을 연결했습니다. 14일에는 오류 수정과 만족도 통계, 디자인 통합을 진행했습니다. 15일에는 더미 데이터로 전체 흐름을 확인하고 자동 테스트를 실행했습니다. 대표 피드백 사례는 MEMBER 번호와 ENGINEER 번호를 혼동한 오류입니다. 기사번호를 다시 조회하는 로직을 추가해 해결했고, Google Form 대신 자체 설문으로 전환해 DB 통계까지 연결했습니다.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수업에서 배운 MVC 구조와 MyBatis 매핑, 데이터베이스 조인을 프로젝트에 적용했습니다. 서버는 Java 17과 Spring Boot 4.0.8, 화면은 Thymeleaf와 JavaScript를 사용했습니다. 일정은 FullCalendar로 표시하고 데이터는 MariaDB에 저장합니다. 결과 등록 뒤 Solapi로 설문 링크를 발송하고, 외부 휴대폰에서 접근하도록 Cloudflare Tunnel 주소를 설정했습니다. 개발 도구는 IntelliJ와 Gradle, 협업은 GitHub, 노션, ERDCloud를 사용했습니다. 근거: build.gradle과 application.yaml.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[7:20~9:00] 현재 핵심 흐름은 모두 구현되어 있습니다. 공통 영역에는 회원가입, 로그인, 역할별 접근 제어가 있습니다. 고객은 신청, 중복 확인, 본인 내역과 상세를 조회할 수 있습니다. 관리자는 네 가지 상태 통계, 최근 접수, 기사관리, 월간 캘린더와 배정을 사용할 수 있습니다. 기사는 오늘·월간 일정과 결과보고를 처리하고 사진 두 장까지 첨부할 수 있습니다. 고객 피드백은 세 항목 설문과 월별 통계로 이어집니다. DB는 만족도 테이블을 포함해 6개입니다. 현재 테스트 4개가 통과했으며, 이 수치는 기능 성공률이 아니라 자동 테스트 개수입니다.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[9:00~11:40] 실제 화면을 순서대로 보겠습니다. 왼쪽 위는 고객이 제품과 증상, 희망일을 입력하는 신청 화면입니다. 오른쪽 위는 관리자가 미배정 접수를 선택하고 기사와 시간을 배정하는 화면입니다. 왼쪽 아래는 기사가 오늘 일정과 월간 캘린더, 만족도 통계를 확인하는 대시보드입니다. 오른쪽 아래는 처리 내용과 사진을 남기는 결과보고입니다. 개발 중 기사번호 오류를 수정했고, 설문을 자체 페이지로 전환했습니다. 또한 다른 기사의 scheduleNo를 직접 입력해 접근하지 못하도록 소유권을 확인하고, 처리시각은 서버가 기록하도록 변경했습니다. 근거: 실제 localhost 구동 화면과 ResultController 주석.</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[11:40~13:00] 활용 방안은 소규모 AS센터의 접수와 배정, 처리 이력 관리입니다. 관리자는 같은 화면에서 상태와 일정을 보고, 기사는 자신에게 배정된 일정만 확인합니다. 결과 등록 뒤 설문 발송과 통계 집계가 이어지므로 고객 피드백을 별도로 옮길 필요가 줄어듭니다. 교육 측면에서는 MVC, 조인, 파일 업로드, 외부 API를 하나의 서비스 흐름에서 경험한 포트폴리오가 됩니다. 다음 단계는 배정 충돌 검증, 알림 고도화, 배포와 보안 강화입니다. 효과는 아직 실제 운영 수치로 검증하지 않았으므로 발표에서는 기대 효과로 표현합니다.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[13:00~14:40] 자체 완성도는 초안 기준 8점으로 평가했습니다. 고객에서 다시 고객으로 돌아오는 핵심 흐름이 동작하고, 현재 빌드와 자동 테스트도 통과했다는 점이 근거입니다. 반면 비밀번호 해시 저장, SMS 인증정보의 환경변수화, 일정 배정 시 트랜잭션과 충돌 검증은 보완해야 합니다. 프로젝트를 통해 서로 다른 테이블의 기본키를 구분하는 중요성과 화면에서 보이는 시각보다 서버가 처리시각의 기준이 되어야 한다는 점을 배웠습니다. 다음에는 보안 설정, 상태값 Enum, 모바일 반응형과 운영 로그를 우선 개선하겠습니다.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[14:40~15:00] 이상으로 Schedule 프로젝트 결과보고를 마치겠습니다. 핵심은 고객 신청, 관리자 배정, 기사 처리, 고객 평가가 하나의 데이터로 이어진다는 점입니다. 질문 주시면 실제 화면과 코드 흐름을 기준으로 답변드리겠습니다. 저장소 주소와 발표자 정보는 제출 전 최종 확인해 주세요.</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e53b903ecd4f16"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60a6a87b124f16" /><Relationship Type="http://schemas.openxmlformats.org/officeDocument/2006/relationships/slideLayout" Target="/ppt/slideLayouts/slideLayout1.xml" Id="Rdc3fedd494ed4b9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3fedd494ed4b9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993db4718c4942" /><Relationship Type="http://schemas.openxmlformats.org/officeDocument/2006/relationships/image" Target="/ppt/media/image.png" Id="R099c568f4fe84be5" /><Relationship Type="http://schemas.openxmlformats.org/officeDocument/2006/relationships/notesSlide" Target="/ppt/notesSlides/notesSlide1.xml" Id="R7cdfe54b24f64e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6a61ff74a846c6" /><Relationship Type="http://schemas.openxmlformats.org/officeDocument/2006/relationships/image" Target="/ppt/media/image2.png" Id="R8a40f93793104440" /><Relationship Type="http://schemas.openxmlformats.org/officeDocument/2006/relationships/notesSlide" Target="/ppt/notesSlides/notesSlide2.xml" Id="R9099e1c25b054a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664e393aba490e" /><Relationship Type="http://schemas.openxmlformats.org/officeDocument/2006/relationships/image" Target="/ppt/media/image3.png" Id="Rf71ea5be9b89438c" /><Relationship Type="http://schemas.openxmlformats.org/officeDocument/2006/relationships/image" Target="/ppt/media/image4.png" Id="R9515bb091acf4679" /><Relationship Type="http://schemas.openxmlformats.org/officeDocument/2006/relationships/image" Target="/ppt/media/image5.png" Id="R045a89e573664ef8" /><Relationship Type="http://schemas.openxmlformats.org/officeDocument/2006/relationships/image" Target="/ppt/media/image6.png" Id="R621b708196c94ef9" /><Relationship Type="http://schemas.openxmlformats.org/officeDocument/2006/relationships/image" Target="/ppt/media/image7.png" Id="Rad35c6e8f94a4f09" /><Relationship Type="http://schemas.openxmlformats.org/officeDocument/2006/relationships/image" Target="/ppt/media/image8.png" Id="R177d6b45973347d4" /><Relationship Type="http://schemas.openxmlformats.org/officeDocument/2006/relationships/image" Target="/ppt/media/image9.png" Id="R09ba30ed8ffc444b" /><Relationship Type="http://schemas.openxmlformats.org/officeDocument/2006/relationships/image" Target="/ppt/media/image10.png" Id="R7ad3ea7ff3244125" /><Relationship Type="http://schemas.openxmlformats.org/officeDocument/2006/relationships/image" Target="/ppt/media/image11.png" Id="R3d1fb1bc6ba94993" /><Relationship Type="http://schemas.openxmlformats.org/officeDocument/2006/relationships/notesSlide" Target="/ppt/notesSlides/notesSlide3.xml" Id="R1b52286532bd4a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7c15272dcd4a6e" /><Relationship Type="http://schemas.openxmlformats.org/officeDocument/2006/relationships/image" Target="/ppt/media/image12.png" Id="R80734cf535704f9c" /><Relationship Type="http://schemas.openxmlformats.org/officeDocument/2006/relationships/image" Target="/ppt/media/image13.png" Id="R90eb81f74aba47e8" /><Relationship Type="http://schemas.openxmlformats.org/officeDocument/2006/relationships/image" Target="/ppt/media/image14.png" Id="R6f1513f97ea34005" /><Relationship Type="http://schemas.openxmlformats.org/officeDocument/2006/relationships/notesSlide" Target="/ppt/notesSlides/notesSlide4.xml" Id="Rdcbae3078d6c46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9b517725ba842ae" /><Relationship Type="http://schemas.openxmlformats.org/officeDocument/2006/relationships/image" Target="/ppt/media/image15.png" Id="R6bd300a6b0bd4c9d" /><Relationship Type="http://schemas.openxmlformats.org/officeDocument/2006/relationships/image" Target="/ppt/media/image16.png" Id="R6beef00f2ef24f46" /><Relationship Type="http://schemas.openxmlformats.org/officeDocument/2006/relationships/notesSlide" Target="/ppt/notesSlides/notesSlide5.xml" Id="R076a2b8dbc4743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a619ee6f9574e44" /><Relationship Type="http://schemas.openxmlformats.org/officeDocument/2006/relationships/image" Target="/ppt/media/image17.png" Id="Rd9d86549d2ba4a42" /><Relationship Type="http://schemas.openxmlformats.org/officeDocument/2006/relationships/image" Target="/ppt/media/image18.png" Id="R328ade5bcbf343b1" /><Relationship Type="http://schemas.openxmlformats.org/officeDocument/2006/relationships/image" Target="/ppt/media/image19.png" Id="R563288a15967438e" /><Relationship Type="http://schemas.openxmlformats.org/officeDocument/2006/relationships/image" Target="/ppt/media/image20.png" Id="R11f871f571a5463f" /><Relationship Type="http://schemas.openxmlformats.org/officeDocument/2006/relationships/image" Target="/ppt/media/image21.png" Id="Rd9794dc27e304752" /><Relationship Type="http://schemas.openxmlformats.org/officeDocument/2006/relationships/notesSlide" Target="/ppt/notesSlides/notesSlide6.xml" Id="Rfb5a33d35cf942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3e4a405d9e4aff" /><Relationship Type="http://schemas.openxmlformats.org/officeDocument/2006/relationships/image" Target="/ppt/media/image22.png" Id="R8f9dc435833e46d1" /><Relationship Type="http://schemas.openxmlformats.org/officeDocument/2006/relationships/image" Target="/ppt/media/image23.png" Id="Rf63d00b67ebe442e" /><Relationship Type="http://schemas.openxmlformats.org/officeDocument/2006/relationships/image" Target="/ppt/media/image24.png" Id="Rc6d859f23da7497b" /><Relationship Type="http://schemas.openxmlformats.org/officeDocument/2006/relationships/image" Target="/ppt/media/image25.png" Id="R3af15fcf66b04c40" /><Relationship Type="http://schemas.openxmlformats.org/officeDocument/2006/relationships/image" Target="/ppt/media/image26.png" Id="R8e6ab323e3124426" /><Relationship Type="http://schemas.openxmlformats.org/officeDocument/2006/relationships/image" Target="/ppt/media/image27.png" Id="R13b6465a43754fed" /><Relationship Type="http://schemas.openxmlformats.org/officeDocument/2006/relationships/image" Target="/ppt/media/image28.png" Id="Rf253860f4c0b447c" /><Relationship Type="http://schemas.openxmlformats.org/officeDocument/2006/relationships/notesSlide" Target="/ppt/notesSlides/notesSlide7.xml" Id="R22ebaf5d3aa241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242b5d9ee7e45a5" /><Relationship Type="http://schemas.openxmlformats.org/officeDocument/2006/relationships/image" Target="/ppt/media/image29.png" Id="R9606ca2d86bb4dc9" /><Relationship Type="http://schemas.openxmlformats.org/officeDocument/2006/relationships/notesSlide" Target="/ppt/notesSlides/notesSlide8.xml" Id="Ra03bac3c23624e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7dc8186384e4765" /><Relationship Type="http://schemas.openxmlformats.org/officeDocument/2006/relationships/image" Target="/ppt/media/image30.png" Id="Rc58725dcd38b42c3" /><Relationship Type="http://schemas.openxmlformats.org/officeDocument/2006/relationships/image" Target="/ppt/media/image31.png" Id="R8e19c39b59584c7f" /><Relationship Type="http://schemas.openxmlformats.org/officeDocument/2006/relationships/image" Target="/ppt/media/image.jpeg" Id="R9567bd8affcd4dca" /><Relationship Type="http://schemas.openxmlformats.org/officeDocument/2006/relationships/image" Target="/ppt/media/image2.jpeg" Id="Rb2fe73e0ad7648f1" /><Relationship Type="http://schemas.openxmlformats.org/officeDocument/2006/relationships/image" Target="/ppt/media/image3.jpeg" Id="R906b2d1699ec431b" /><Relationship Type="http://schemas.openxmlformats.org/officeDocument/2006/relationships/image" Target="/ppt/media/image4.jpeg" Id="R27f6ec0a4ccd4a35" /><Relationship Type="http://schemas.openxmlformats.org/officeDocument/2006/relationships/notesSlide" Target="/ppt/notesSlides/notesSlide9.xml" Id="R4165c38611054c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9beb8c9a644d49" /><Relationship Type="http://schemas.openxmlformats.org/officeDocument/2006/relationships/image" Target="/ppt/media/image32.png" Id="Rdbff6f14c0354964" /><Relationship Type="http://schemas.openxmlformats.org/officeDocument/2006/relationships/image" Target="/ppt/media/image33.png" Id="Reb1cb02273464c92" /><Relationship Type="http://schemas.openxmlformats.org/officeDocument/2006/relationships/image" Target="/ppt/media/image34.png" Id="R2e9a3eda93c4487d" /><Relationship Type="http://schemas.openxmlformats.org/officeDocument/2006/relationships/image" Target="/ppt/media/image35.png" Id="Rbff1a072e67b4efb" /><Relationship Type="http://schemas.openxmlformats.org/officeDocument/2006/relationships/notesSlide" Target="/ppt/notesSlides/notesSlide10.xml" Id="Raaf27cd6a13e4a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475d11f90d4eed" /><Relationship Type="http://schemas.openxmlformats.org/officeDocument/2006/relationships/image" Target="/ppt/media/image36.png" Id="R1650a447c5d04691" /><Relationship Type="http://schemas.openxmlformats.org/officeDocument/2006/relationships/image" Target="/ppt/media/image37.png" Id="R6a822b48bb504244" /><Relationship Type="http://schemas.openxmlformats.org/officeDocument/2006/relationships/image" Target="/ppt/media/image38.png" Id="R2c787a12ca3a4bd9" /><Relationship Type="http://schemas.openxmlformats.org/officeDocument/2006/relationships/image" Target="/ppt/media/image39.png" Id="Raaa55e3a523244cb" /><Relationship Type="http://schemas.openxmlformats.org/officeDocument/2006/relationships/image" Target="/ppt/media/image40.png" Id="R3471d70917a84af6" /><Relationship Type="http://schemas.openxmlformats.org/officeDocument/2006/relationships/notesSlide" Target="/ppt/notesSlides/notesSlide11.xml" Id="R1f1c2ee5ca604d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03e72d3cdb45b3" /><Relationship Type="http://schemas.openxmlformats.org/officeDocument/2006/relationships/image" Target="/ppt/media/image41.png" Id="R549016106ebf47c0" /><Relationship Type="http://schemas.openxmlformats.org/officeDocument/2006/relationships/notesSlide" Target="/ppt/notesSlides/notesSlide12.xml" Id="Rcaa27502853344b2" /></Relationships>
</file>

<file path=ppt/slides/slide1.xml><?xml version="1.0" encoding="utf-8"?>
<p:sld xmlns:p="http://schemas.openxmlformats.org/presentationml/2006/main">
  <p:cSld>
    <p:bg>
      <p:bgPr>
        <a:solidFill xmlns:a="http://schemas.openxmlformats.org/drawingml/2006/main">
          <a:srgbClr val="0B0F1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1C66423-4846-4B36-A882-40FDB0685607}"/>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DF6F551E-0EE7-4204-98EB-7FFED4E7589D}"/>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BB22E502-442B-44B7-84CF-939DA4E689BE}"/>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44A08A09-7953-46BD-8CEE-33BE5C5008D7}"/>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47813C42-2321-443E-9F20-894CDB0EA24C}"/>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7AEFC2DF-6462-48E7-8B59-4B7EA30CBA60}"/>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E114CBCA-A224-479C-A716-9B92F12E011C}"/>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6711109D-D0E2-4778-B7AE-E7EA35CF6B4F}"/>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
        <p:nvSpPr>
          <p:cNvPr id="10" name="Shape 8">
            <a:extLst xmlns:a="http://schemas.openxmlformats.org/drawingml/2006/main">
              <a:ext uri="{FF2B5EF4-FFF2-40B4-BE49-F238E27FC236}">
                <a16:creationId xmlns:a16="http://schemas.microsoft.com/office/drawing/2014/main" id="{1FB9E52B-F1CC-4BAF-967B-0D8892BEB771}"/>
              </a:ext>
            </a:extLst>
          </p:cNvPr>
          <p:cNvSpPr>
            <a:spLocks xmlns:a="http://schemas.openxmlformats.org/drawingml/2006/main" noGrp="1"/>
          </p:cNvSpPr>
          <p:nvPr/>
        </p:nvSpPr>
        <p:spPr>
          <a:xfrm xmlns:a="http://schemas.openxmlformats.org/drawingml/2006/main" rot="-240000">
            <a:off x="7178040" y="640080"/>
            <a:ext cx="2880360" cy="246888"/>
          </a:xfrm>
          <a:prstGeom xmlns:a="http://schemas.openxmlformats.org/drawingml/2006/main" prst="roundRect">
            <a:avLst>
              <a:gd name="adj" fmla="val 185185"/>
            </a:avLst>
          </a:prstGeom>
          <a:solidFill xmlns:a="http://schemas.openxmlformats.org/drawingml/2006/main">
            <a:srgbClr val="2B6BF0">
              <a:alpha val="88000"/>
            </a:srgbClr>
          </a:solidFill>
        </p:spPr>
      </p:sp>
      <p:sp>
        <p:nvSpPr>
          <p:cNvPr id="11" name="Shape 9">
            <a:extLst xmlns:a="http://schemas.openxmlformats.org/drawingml/2006/main">
              <a:ext uri="{FF2B5EF4-FFF2-40B4-BE49-F238E27FC236}">
                <a16:creationId xmlns:a16="http://schemas.microsoft.com/office/drawing/2014/main" id="{7D19FEF7-E23C-4484-B2F3-00D94321DCC1}"/>
              </a:ext>
            </a:extLst>
          </p:cNvPr>
          <p:cNvSpPr>
            <a:spLocks xmlns:a="http://schemas.openxmlformats.org/drawingml/2006/main" noGrp="1"/>
          </p:cNvSpPr>
          <p:nvPr/>
        </p:nvSpPr>
        <p:spPr>
          <a:xfrm xmlns:a="http://schemas.openxmlformats.org/drawingml/2006/main" rot="-240000">
            <a:off x="7818120" y="868680"/>
            <a:ext cx="3703320" cy="246888"/>
          </a:xfrm>
          <a:prstGeom xmlns:a="http://schemas.openxmlformats.org/drawingml/2006/main" prst="roundRect">
            <a:avLst>
              <a:gd name="adj" fmla="val 185185"/>
            </a:avLst>
          </a:prstGeom>
          <a:solidFill xmlns:a="http://schemas.openxmlformats.org/drawingml/2006/main">
            <a:srgbClr val="2196D4">
              <a:alpha val="88000"/>
            </a:srgbClr>
          </a:solidFill>
        </p:spPr>
      </p:sp>
      <p:sp>
        <p:nvSpPr>
          <p:cNvPr id="12" name="Shape 10">
            <a:extLst xmlns:a="http://schemas.openxmlformats.org/drawingml/2006/main">
              <a:ext uri="{FF2B5EF4-FFF2-40B4-BE49-F238E27FC236}">
                <a16:creationId xmlns:a16="http://schemas.microsoft.com/office/drawing/2014/main" id="{971B4904-DCC1-4804-97F4-99A1DC4FBC97}"/>
              </a:ext>
            </a:extLst>
          </p:cNvPr>
          <p:cNvSpPr>
            <a:spLocks xmlns:a="http://schemas.openxmlformats.org/drawingml/2006/main" noGrp="1"/>
          </p:cNvSpPr>
          <p:nvPr/>
        </p:nvSpPr>
        <p:spPr>
          <a:xfrm xmlns:a="http://schemas.openxmlformats.org/drawingml/2006/main" rot="-240000">
            <a:off x="7406640" y="1325880"/>
            <a:ext cx="2331720" cy="246888"/>
          </a:xfrm>
          <a:prstGeom xmlns:a="http://schemas.openxmlformats.org/drawingml/2006/main" prst="roundRect">
            <a:avLst>
              <a:gd name="adj" fmla="val 185185"/>
            </a:avLst>
          </a:prstGeom>
          <a:solidFill xmlns:a="http://schemas.openxmlformats.org/drawingml/2006/main">
            <a:srgbClr val="1FBBD1">
              <a:alpha val="88000"/>
            </a:srgbClr>
          </a:solidFill>
        </p:spPr>
      </p:sp>
      <p:sp>
        <p:nvSpPr>
          <p:cNvPr id="13" name="Shape 11">
            <a:extLst xmlns:a="http://schemas.openxmlformats.org/drawingml/2006/main">
              <a:ext uri="{FF2B5EF4-FFF2-40B4-BE49-F238E27FC236}">
                <a16:creationId xmlns:a16="http://schemas.microsoft.com/office/drawing/2014/main" id="{01BAA286-C753-415F-A11D-0C5C9A043414}"/>
              </a:ext>
            </a:extLst>
          </p:cNvPr>
          <p:cNvSpPr>
            <a:spLocks xmlns:a="http://schemas.openxmlformats.org/drawingml/2006/main" noGrp="1"/>
          </p:cNvSpPr>
          <p:nvPr/>
        </p:nvSpPr>
        <p:spPr>
          <a:xfrm xmlns:a="http://schemas.openxmlformats.org/drawingml/2006/main" rot="-240000">
            <a:off x="8641080" y="1490472"/>
            <a:ext cx="3182112" cy="246888"/>
          </a:xfrm>
          <a:prstGeom xmlns:a="http://schemas.openxmlformats.org/drawingml/2006/main" prst="roundRect">
            <a:avLst>
              <a:gd name="adj" fmla="val 185185"/>
            </a:avLst>
          </a:prstGeom>
          <a:solidFill xmlns:a="http://schemas.openxmlformats.org/drawingml/2006/main">
            <a:srgbClr val="3CC98A">
              <a:alpha val="88000"/>
            </a:srgbClr>
          </a:solidFill>
        </p:spPr>
      </p:sp>
      <p:sp>
        <p:nvSpPr>
          <p:cNvPr id="14" name="Shape 12">
            <a:extLst xmlns:a="http://schemas.openxmlformats.org/drawingml/2006/main">
              <a:ext uri="{FF2B5EF4-FFF2-40B4-BE49-F238E27FC236}">
                <a16:creationId xmlns:a16="http://schemas.microsoft.com/office/drawing/2014/main" id="{27BCF28B-8A47-4DA2-B250-26274C30B18F}"/>
              </a:ext>
            </a:extLst>
          </p:cNvPr>
          <p:cNvSpPr>
            <a:spLocks xmlns:a="http://schemas.openxmlformats.org/drawingml/2006/main" noGrp="1"/>
          </p:cNvSpPr>
          <p:nvPr/>
        </p:nvSpPr>
        <p:spPr>
          <a:xfrm xmlns:a="http://schemas.openxmlformats.org/drawingml/2006/main" rot="-240000">
            <a:off x="8174736" y="1828800"/>
            <a:ext cx="4087368" cy="246888"/>
          </a:xfrm>
          <a:prstGeom xmlns:a="http://schemas.openxmlformats.org/drawingml/2006/main" prst="roundRect">
            <a:avLst>
              <a:gd name="adj" fmla="val 185185"/>
            </a:avLst>
          </a:prstGeom>
          <a:solidFill xmlns:a="http://schemas.openxmlformats.org/drawingml/2006/main">
            <a:srgbClr val="D2C81A">
              <a:alpha val="88000"/>
            </a:srgbClr>
          </a:solidFill>
        </p:spPr>
      </p:sp>
      <p:sp>
        <p:nvSpPr>
          <p:cNvPr id="15" name="Shape 13">
            <a:extLst xmlns:a="http://schemas.openxmlformats.org/drawingml/2006/main">
              <a:ext uri="{FF2B5EF4-FFF2-40B4-BE49-F238E27FC236}">
                <a16:creationId xmlns:a16="http://schemas.microsoft.com/office/drawing/2014/main" id="{0EE660BD-AD30-40F9-A34C-F346F9BA7473}"/>
              </a:ext>
            </a:extLst>
          </p:cNvPr>
          <p:cNvSpPr>
            <a:spLocks xmlns:a="http://schemas.openxmlformats.org/drawingml/2006/main" noGrp="1"/>
          </p:cNvSpPr>
          <p:nvPr/>
        </p:nvSpPr>
        <p:spPr>
          <a:xfrm xmlns:a="http://schemas.openxmlformats.org/drawingml/2006/main" rot="-240000">
            <a:off x="9308592" y="2130552"/>
            <a:ext cx="2487168" cy="246888"/>
          </a:xfrm>
          <a:prstGeom xmlns:a="http://schemas.openxmlformats.org/drawingml/2006/main" prst="roundRect">
            <a:avLst>
              <a:gd name="adj" fmla="val 185185"/>
            </a:avLst>
          </a:prstGeom>
          <a:solidFill xmlns:a="http://schemas.openxmlformats.org/drawingml/2006/main">
            <a:srgbClr val="F0A500">
              <a:alpha val="88000"/>
            </a:srgbClr>
          </a:solidFill>
        </p:spPr>
      </p:sp>
      <p:sp>
        <p:nvSpPr>
          <p:cNvPr id="16" name="Shape 14">
            <a:extLst xmlns:a="http://schemas.openxmlformats.org/drawingml/2006/main">
              <a:ext uri="{FF2B5EF4-FFF2-40B4-BE49-F238E27FC236}">
                <a16:creationId xmlns:a16="http://schemas.microsoft.com/office/drawing/2014/main" id="{92D849D5-ADE8-43BE-830E-403C0650DDED}"/>
              </a:ext>
            </a:extLst>
          </p:cNvPr>
          <p:cNvSpPr>
            <a:spLocks xmlns:a="http://schemas.openxmlformats.org/drawingml/2006/main" noGrp="1"/>
          </p:cNvSpPr>
          <p:nvPr/>
        </p:nvSpPr>
        <p:spPr>
          <a:xfrm xmlns:a="http://schemas.openxmlformats.org/drawingml/2006/main" rot="-240000">
            <a:off x="7772400" y="2587752"/>
            <a:ext cx="3493008" cy="246888"/>
          </a:xfrm>
          <a:prstGeom xmlns:a="http://schemas.openxmlformats.org/drawingml/2006/main" prst="roundRect">
            <a:avLst>
              <a:gd name="adj" fmla="val 185185"/>
            </a:avLst>
          </a:prstGeom>
          <a:solidFill xmlns:a="http://schemas.openxmlformats.org/drawingml/2006/main">
            <a:srgbClr val="FF5A1F">
              <a:alpha val="88000"/>
            </a:srgbClr>
          </a:solidFill>
        </p:spPr>
      </p:sp>
      <p:sp>
        <p:nvSpPr>
          <p:cNvPr id="17" name="Shape 15">
            <a:extLst xmlns:a="http://schemas.openxmlformats.org/drawingml/2006/main">
              <a:ext uri="{FF2B5EF4-FFF2-40B4-BE49-F238E27FC236}">
                <a16:creationId xmlns:a16="http://schemas.microsoft.com/office/drawing/2014/main" id="{C8D6316F-58A2-4267-BB40-A0F89D5619D0}"/>
              </a:ext>
            </a:extLst>
          </p:cNvPr>
          <p:cNvSpPr>
            <a:spLocks xmlns:a="http://schemas.openxmlformats.org/drawingml/2006/main" noGrp="1"/>
          </p:cNvSpPr>
          <p:nvPr/>
        </p:nvSpPr>
        <p:spPr>
          <a:xfrm xmlns:a="http://schemas.openxmlformats.org/drawingml/2006/main" rot="-240000">
            <a:off x="8942832" y="2834640"/>
            <a:ext cx="2139696" cy="246888"/>
          </a:xfrm>
          <a:prstGeom xmlns:a="http://schemas.openxmlformats.org/drawingml/2006/main" prst="roundRect">
            <a:avLst>
              <a:gd name="adj" fmla="val 185185"/>
            </a:avLst>
          </a:prstGeom>
          <a:solidFill xmlns:a="http://schemas.openxmlformats.org/drawingml/2006/main">
            <a:srgbClr val="E63A1A">
              <a:alpha val="88000"/>
            </a:srgbClr>
          </a:solidFill>
        </p:spPr>
      </p:sp>
      <p:sp>
        <p:nvSpPr>
          <p:cNvPr id="18" name="Shape 16">
            <a:extLst xmlns:a="http://schemas.openxmlformats.org/drawingml/2006/main">
              <a:ext uri="{FF2B5EF4-FFF2-40B4-BE49-F238E27FC236}">
                <a16:creationId xmlns:a16="http://schemas.microsoft.com/office/drawing/2014/main" id="{1E1C27F3-5CF5-4BBE-B326-EDB7B68DC27C}"/>
              </a:ext>
            </a:extLst>
          </p:cNvPr>
          <p:cNvSpPr>
            <a:spLocks xmlns:a="http://schemas.openxmlformats.org/drawingml/2006/main" noGrp="1"/>
          </p:cNvSpPr>
          <p:nvPr/>
        </p:nvSpPr>
        <p:spPr>
          <a:xfrm xmlns:a="http://schemas.openxmlformats.org/drawingml/2006/main">
            <a:off x="502920" y="566928"/>
            <a:ext cx="1600200" cy="310896"/>
          </a:xfrm>
          <a:prstGeom xmlns:a="http://schemas.openxmlformats.org/drawingml/2006/main" prst="roundRect">
            <a:avLst>
              <a:gd name="adj" fmla="val 147059"/>
            </a:avLst>
          </a:prstGeom>
          <a:solidFill xmlns:a="http://schemas.openxmlformats.org/drawingml/2006/main">
            <a:srgbClr val="FF5A1F"/>
          </a:solidFill>
        </p:spPr>
      </p:sp>
      <p:sp>
        <p:nvSpPr>
          <p:cNvPr id="19" name="Text 17">
            <a:extLst xmlns:a="http://schemas.openxmlformats.org/drawingml/2006/main">
              <a:ext uri="{FF2B5EF4-FFF2-40B4-BE49-F238E27FC236}">
                <a16:creationId xmlns:a16="http://schemas.microsoft.com/office/drawing/2014/main" id="{D388FE08-0069-436B-8A6A-FAE8907DD9E7}"/>
              </a:ext>
            </a:extLst>
          </p:cNvPr>
          <p:cNvSpPr>
            <a:spLocks xmlns:a="http://schemas.openxmlformats.org/drawingml/2006/main" noGrp="1"/>
          </p:cNvSpPr>
          <p:nvPr/>
        </p:nvSpPr>
        <p:spPr>
          <a:xfrm xmlns:a="http://schemas.openxmlformats.org/drawingml/2006/main">
            <a:off x="502920" y="566928"/>
            <a:ext cx="1600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B0F16"/>
                </a:solidFill>
                <a:latin typeface="맑은 고딕"/>
                <a:ea typeface="맑은 고딕"/>
                <a:cs typeface="맑은 고딕"/>
              </a:rPr>
              <a:t>K-Digital Training 팀 프로젝트</a:t>
            </a:r>
            <a:endParaRPr sz="1100"/>
          </a:p>
        </p:txBody>
      </p:sp>
      <p:sp>
        <p:nvSpPr>
          <p:cNvPr id="20" name="Shape 18">
            <a:extLst xmlns:a="http://schemas.openxmlformats.org/drawingml/2006/main">
              <a:ext uri="{FF2B5EF4-FFF2-40B4-BE49-F238E27FC236}">
                <a16:creationId xmlns:a16="http://schemas.microsoft.com/office/drawing/2014/main" id="{50EA7B1F-45D4-48EA-B38D-FEBF7560C571}"/>
              </a:ext>
            </a:extLst>
          </p:cNvPr>
          <p:cNvSpPr>
            <a:spLocks xmlns:a="http://schemas.openxmlformats.org/drawingml/2006/main" noGrp="1"/>
          </p:cNvSpPr>
          <p:nvPr/>
        </p:nvSpPr>
        <p:spPr>
          <a:xfrm xmlns:a="http://schemas.openxmlformats.org/drawingml/2006/main">
            <a:off x="2240280" y="566928"/>
            <a:ext cx="2148840" cy="310896"/>
          </a:xfrm>
          <a:prstGeom xmlns:a="http://schemas.openxmlformats.org/drawingml/2006/main" prst="roundRect">
            <a:avLst>
              <a:gd name="adj" fmla="val 147059"/>
            </a:avLst>
          </a:prstGeom>
          <a:solidFill xmlns:a="http://schemas.openxmlformats.org/drawingml/2006/main">
            <a:srgbClr val="0B0F16"/>
          </a:solidFill>
          <a:ln xmlns:a="http://schemas.openxmlformats.org/drawingml/2006/main" w="12700">
            <a:solidFill>
              <a:srgbClr val="2C3646"/>
            </a:solidFill>
            <a:prstDash val="solid"/>
          </a:ln>
        </p:spPr>
      </p:sp>
      <p:sp>
        <p:nvSpPr>
          <p:cNvPr id="21" name="Text 19">
            <a:extLst xmlns:a="http://schemas.openxmlformats.org/drawingml/2006/main">
              <a:ext uri="{FF2B5EF4-FFF2-40B4-BE49-F238E27FC236}">
                <a16:creationId xmlns:a16="http://schemas.microsoft.com/office/drawing/2014/main" id="{8C4FA2E1-F4F8-4861-9BF8-AE956DEB7D4B}"/>
              </a:ext>
            </a:extLst>
          </p:cNvPr>
          <p:cNvSpPr>
            <a:spLocks xmlns:a="http://schemas.openxmlformats.org/drawingml/2006/main" noGrp="1"/>
          </p:cNvSpPr>
          <p:nvPr/>
        </p:nvSpPr>
        <p:spPr>
          <a:xfrm xmlns:a="http://schemas.openxmlformats.org/drawingml/2006/main">
            <a:off x="2240280" y="566928"/>
            <a:ext cx="214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8E9CB1"/>
                </a:solidFill>
                <a:latin typeface="맑은 고딕"/>
                <a:ea typeface="맑은 고딕"/>
                <a:cs typeface="맑은 고딕"/>
              </a:rPr>
              <a:t>TEAM [조/팀명 입력] · 4인</a:t>
            </a:r>
            <a:endParaRPr sz="1100"/>
          </a:p>
        </p:txBody>
      </p:sp>
      <p:pic>
        <p:nvPicPr>
          <p:cNvPr id="63" name="Image 0"/>
          <p:cNvPicPr>
            <a:picLocks xmlns:a="http://schemas.openxmlformats.org/drawingml/2006/main" noChangeAspect="1"/>
          </p:cNvPicPr>
          <p:nvPr/>
        </p:nvPicPr>
        <p:blipFill>
          <a:blip xmlns:r="http://schemas.openxmlformats.org/officeDocument/2006/relationships" xmlns:a="http://schemas.openxmlformats.org/drawingml/2006/main" r:embed="R099c568f4fe84be5"/>
          <a:stretch xmlns:a="http://schemas.openxmlformats.org/drawingml/2006/main">
            <a:fillRect l="0" t="0" r="0" b="0"/>
          </a:stretch>
        </p:blipFill>
        <p:spPr>
          <a:xfrm xmlns:a="http://schemas.openxmlformats.org/drawingml/2006/main">
            <a:off x="566928" y="1874520"/>
            <a:ext cx="960120" cy="960120"/>
          </a:xfrm>
          <a:prstGeom xmlns:a="http://schemas.openxmlformats.org/drawingml/2006/main" prst="rect">
            <a:avLst/>
          </a:prstGeom>
        </p:spPr>
      </p:pic>
      <p:sp>
        <p:nvSpPr>
          <p:cNvPr id="23" name="Text 20">
            <a:extLst xmlns:a="http://schemas.openxmlformats.org/drawingml/2006/main">
              <a:ext uri="{FF2B5EF4-FFF2-40B4-BE49-F238E27FC236}">
                <a16:creationId xmlns:a16="http://schemas.microsoft.com/office/drawing/2014/main" id="{62C7F524-1DD8-4FC0-8B77-2795882715FC}"/>
              </a:ext>
            </a:extLst>
          </p:cNvPr>
          <p:cNvSpPr>
            <a:spLocks xmlns:a="http://schemas.openxmlformats.org/drawingml/2006/main" noGrp="1"/>
          </p:cNvSpPr>
          <p:nvPr/>
        </p:nvSpPr>
        <p:spPr>
          <a:xfrm xmlns:a="http://schemas.openxmlformats.org/drawingml/2006/main">
            <a:off x="1691640" y="1965960"/>
            <a:ext cx="64008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200" b="1">
                <a:solidFill>
                  <a:srgbClr val="FFFFFF"/>
                </a:solidFill>
                <a:latin typeface="Arial"/>
                <a:ea typeface="Arial"/>
                <a:cs typeface="Arial"/>
              </a:rPr>
              <a:t>Schedule</a:t>
            </a:r>
            <a:endParaRPr sz="6200"/>
          </a:p>
        </p:txBody>
      </p:sp>
      <p:sp>
        <p:nvSpPr>
          <p:cNvPr id="24" name="Shape 21">
            <a:extLst xmlns:a="http://schemas.openxmlformats.org/drawingml/2006/main">
              <a:ext uri="{FF2B5EF4-FFF2-40B4-BE49-F238E27FC236}">
                <a16:creationId xmlns:a16="http://schemas.microsoft.com/office/drawing/2014/main" id="{E0F16A4A-A87C-46DE-80B7-7217FE2B435B}"/>
              </a:ext>
            </a:extLst>
          </p:cNvPr>
          <p:cNvSpPr>
            <a:spLocks xmlns:a="http://schemas.openxmlformats.org/drawingml/2006/main" noGrp="1"/>
          </p:cNvSpPr>
          <p:nvPr/>
        </p:nvSpPr>
        <p:spPr>
          <a:xfrm xmlns:a="http://schemas.openxmlformats.org/drawingml/2006/main">
            <a:off x="502920" y="3127248"/>
            <a:ext cx="1188720" cy="82296"/>
          </a:xfrm>
          <a:prstGeom xmlns:a="http://schemas.openxmlformats.org/drawingml/2006/main" prst="roundRect">
            <a:avLst>
              <a:gd name="adj" fmla="val 555556"/>
            </a:avLst>
          </a:prstGeom>
          <a:solidFill xmlns:a="http://schemas.openxmlformats.org/drawingml/2006/main">
            <a:srgbClr val="FF5A1F"/>
          </a:solidFill>
        </p:spPr>
      </p:sp>
      <p:sp>
        <p:nvSpPr>
          <p:cNvPr id="25" name="Text 22">
            <a:extLst xmlns:a="http://schemas.openxmlformats.org/drawingml/2006/main">
              <a:ext uri="{FF2B5EF4-FFF2-40B4-BE49-F238E27FC236}">
                <a16:creationId xmlns:a16="http://schemas.microsoft.com/office/drawing/2014/main" id="{B354F0BB-B92E-4A6A-A561-BE38D61AFFBA}"/>
              </a:ext>
            </a:extLst>
          </p:cNvPr>
          <p:cNvSpPr>
            <a:spLocks xmlns:a="http://schemas.openxmlformats.org/drawingml/2006/main" noGrp="1"/>
          </p:cNvSpPr>
          <p:nvPr/>
        </p:nvSpPr>
        <p:spPr>
          <a:xfrm xmlns:a="http://schemas.openxmlformats.org/drawingml/2006/main">
            <a:off x="502920" y="32918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C6D0DE"/>
                </a:solidFill>
                <a:latin typeface="맑은 고딕"/>
                <a:ea typeface="맑은 고딕"/>
                <a:cs typeface="맑은 고딕"/>
              </a:rPr>
              <a:t>냉난방기기 AS기사 스케줄 관리 시스템</a:t>
            </a:r>
            <a:endParaRPr sz="2200"/>
          </a:p>
        </p:txBody>
      </p:sp>
      <p:sp>
        <p:nvSpPr>
          <p:cNvPr id="26" name="Text 23">
            <a:extLst xmlns:a="http://schemas.openxmlformats.org/drawingml/2006/main">
              <a:ext uri="{FF2B5EF4-FFF2-40B4-BE49-F238E27FC236}">
                <a16:creationId xmlns:a16="http://schemas.microsoft.com/office/drawing/2014/main" id="{E6513406-EC56-4DB9-BBFA-0358899A27AA}"/>
              </a:ext>
            </a:extLst>
          </p:cNvPr>
          <p:cNvSpPr>
            <a:spLocks xmlns:a="http://schemas.openxmlformats.org/drawingml/2006/main" noGrp="1"/>
          </p:cNvSpPr>
          <p:nvPr/>
        </p:nvSpPr>
        <p:spPr>
          <a:xfrm xmlns:a="http://schemas.openxmlformats.org/drawingml/2006/main">
            <a:off x="502920" y="3730752"/>
            <a:ext cx="7863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7C8AA0"/>
                </a:solidFill>
                <a:latin typeface="맑은 고딕"/>
                <a:ea typeface="맑은 고딕"/>
                <a:cs typeface="맑은 고딕"/>
              </a:rPr>
              <a:t>[훈련기관명 입력] | 팀원: [팀장명], 최준영, 김성준, 박성인 | 멘토: [입력 필요]</a:t>
            </a:r>
            <a:endParaRPr sz="1300"/>
          </a:p>
        </p:txBody>
      </p:sp>
      <p:sp>
        <p:nvSpPr>
          <p:cNvPr id="27" name="Shape 24">
            <a:extLst xmlns:a="http://schemas.openxmlformats.org/drawingml/2006/main">
              <a:ext uri="{FF2B5EF4-FFF2-40B4-BE49-F238E27FC236}">
                <a16:creationId xmlns:a16="http://schemas.microsoft.com/office/drawing/2014/main" id="{C6C42D69-382A-416F-AF12-16CE41A07B77}"/>
              </a:ext>
            </a:extLst>
          </p:cNvPr>
          <p:cNvSpPr>
            <a:spLocks xmlns:a="http://schemas.openxmlformats.org/drawingml/2006/main" noGrp="1"/>
          </p:cNvSpPr>
          <p:nvPr/>
        </p:nvSpPr>
        <p:spPr>
          <a:xfrm xmlns:a="http://schemas.openxmlformats.org/drawingml/2006/main">
            <a:off x="502920" y="4434840"/>
            <a:ext cx="10789920" cy="9144"/>
          </a:xfrm>
          <a:prstGeom xmlns:a="http://schemas.openxmlformats.org/drawingml/2006/main" prst="rect">
            <a:avLst/>
          </a:prstGeom>
          <a:solidFill xmlns:a="http://schemas.openxmlformats.org/drawingml/2006/main">
            <a:srgbClr val="1F2836"/>
          </a:solidFill>
        </p:spPr>
      </p:sp>
      <p:sp>
        <p:nvSpPr>
          <p:cNvPr id="28" name="Text 25">
            <a:extLst xmlns:a="http://schemas.openxmlformats.org/drawingml/2006/main">
              <a:ext uri="{FF2B5EF4-FFF2-40B4-BE49-F238E27FC236}">
                <a16:creationId xmlns:a16="http://schemas.microsoft.com/office/drawing/2014/main" id="{69C7F91C-F536-4501-A9A1-760AE1C2F7A9}"/>
              </a:ext>
            </a:extLst>
          </p:cNvPr>
          <p:cNvSpPr>
            <a:spLocks xmlns:a="http://schemas.openxmlformats.org/drawingml/2006/main" noGrp="1"/>
          </p:cNvSpPr>
          <p:nvPr/>
        </p:nvSpPr>
        <p:spPr>
          <a:xfrm xmlns:a="http://schemas.openxmlformats.org/drawingml/2006/main">
            <a:off x="50292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발표자</a:t>
            </a:r>
            <a:endParaRPr sz="950"/>
          </a:p>
        </p:txBody>
      </p:sp>
      <p:sp>
        <p:nvSpPr>
          <p:cNvPr id="29" name="Text 26">
            <a:extLst xmlns:a="http://schemas.openxmlformats.org/drawingml/2006/main">
              <a:ext uri="{FF2B5EF4-FFF2-40B4-BE49-F238E27FC236}">
                <a16:creationId xmlns:a16="http://schemas.microsoft.com/office/drawing/2014/main" id="{977C4586-BC2C-4438-AC5F-42A8B293A272}"/>
              </a:ext>
            </a:extLst>
          </p:cNvPr>
          <p:cNvSpPr>
            <a:spLocks xmlns:a="http://schemas.openxmlformats.org/drawingml/2006/main" noGrp="1"/>
          </p:cNvSpPr>
          <p:nvPr/>
        </p:nvSpPr>
        <p:spPr>
          <a:xfrm xmlns:a="http://schemas.openxmlformats.org/drawingml/2006/main">
            <a:off x="50292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[발표자 입력]</a:t>
            </a:r>
            <a:endParaRPr sz="1350"/>
          </a:p>
        </p:txBody>
      </p:sp>
      <p:sp>
        <p:nvSpPr>
          <p:cNvPr id="30" name="Text 27">
            <a:extLst xmlns:a="http://schemas.openxmlformats.org/drawingml/2006/main">
              <a:ext uri="{FF2B5EF4-FFF2-40B4-BE49-F238E27FC236}">
                <a16:creationId xmlns:a16="http://schemas.microsoft.com/office/drawing/2014/main" id="{DD3E1A73-E7D1-41E5-9AFD-FC7966A83D00}"/>
              </a:ext>
            </a:extLst>
          </p:cNvPr>
          <p:cNvSpPr>
            <a:spLocks xmlns:a="http://schemas.openxmlformats.org/drawingml/2006/main" noGrp="1"/>
          </p:cNvSpPr>
          <p:nvPr/>
        </p:nvSpPr>
        <p:spPr>
          <a:xfrm xmlns:a="http://schemas.openxmlformats.org/drawingml/2006/main">
            <a:off x="50292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팀 공동 결과보고</a:t>
            </a:r>
            <a:endParaRPr sz="1050"/>
          </a:p>
        </p:txBody>
      </p:sp>
      <p:sp>
        <p:nvSpPr>
          <p:cNvPr id="31" name="Text 28">
            <a:extLst xmlns:a="http://schemas.openxmlformats.org/drawingml/2006/main">
              <a:ext uri="{FF2B5EF4-FFF2-40B4-BE49-F238E27FC236}">
                <a16:creationId xmlns:a16="http://schemas.microsoft.com/office/drawing/2014/main" id="{06353761-FF30-4846-87EC-A0CAC3EB317A}"/>
              </a:ext>
            </a:extLst>
          </p:cNvPr>
          <p:cNvSpPr>
            <a:spLocks xmlns:a="http://schemas.openxmlformats.org/drawingml/2006/main" noGrp="1"/>
          </p:cNvSpPr>
          <p:nvPr/>
        </p:nvSpPr>
        <p:spPr>
          <a:xfrm xmlns:a="http://schemas.openxmlformats.org/drawingml/2006/main">
            <a:off x="310896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기간</a:t>
            </a:r>
            <a:endParaRPr sz="950"/>
          </a:p>
        </p:txBody>
      </p:sp>
      <p:sp>
        <p:nvSpPr>
          <p:cNvPr id="32" name="Text 29">
            <a:extLst xmlns:a="http://schemas.openxmlformats.org/drawingml/2006/main">
              <a:ext uri="{FF2B5EF4-FFF2-40B4-BE49-F238E27FC236}">
                <a16:creationId xmlns:a16="http://schemas.microsoft.com/office/drawing/2014/main" id="{02EA8B00-C3A0-4BFB-A880-94728441F316}"/>
              </a:ext>
            </a:extLst>
          </p:cNvPr>
          <p:cNvSpPr>
            <a:spLocks xmlns:a="http://schemas.openxmlformats.org/drawingml/2006/main" noGrp="1"/>
          </p:cNvSpPr>
          <p:nvPr/>
        </p:nvSpPr>
        <p:spPr>
          <a:xfrm xmlns:a="http://schemas.openxmlformats.org/drawingml/2006/main">
            <a:off x="310896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2026.09.08 —</a:t>
            </a:r>
            <a:endParaRPr sz="1350"/>
          </a:p>
        </p:txBody>
      </p:sp>
      <p:sp>
        <p:nvSpPr>
          <p:cNvPr id="33" name="Text 30">
            <a:extLst xmlns:a="http://schemas.openxmlformats.org/drawingml/2006/main">
              <a:ext uri="{FF2B5EF4-FFF2-40B4-BE49-F238E27FC236}">
                <a16:creationId xmlns:a16="http://schemas.microsoft.com/office/drawing/2014/main" id="{6662C520-2C58-4FF3-906B-849953D72183}"/>
              </a:ext>
            </a:extLst>
          </p:cNvPr>
          <p:cNvSpPr>
            <a:spLocks xmlns:a="http://schemas.openxmlformats.org/drawingml/2006/main" noGrp="1"/>
          </p:cNvSpPr>
          <p:nvPr/>
        </p:nvSpPr>
        <p:spPr>
          <a:xfrm xmlns:a="http://schemas.openxmlformats.org/drawingml/2006/main">
            <a:off x="310896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2026.09.15</a:t>
            </a:r>
            <a:endParaRPr sz="1050"/>
          </a:p>
        </p:txBody>
      </p:sp>
      <p:sp>
        <p:nvSpPr>
          <p:cNvPr id="34" name="Text 31">
            <a:extLst xmlns:a="http://schemas.openxmlformats.org/drawingml/2006/main">
              <a:ext uri="{FF2B5EF4-FFF2-40B4-BE49-F238E27FC236}">
                <a16:creationId xmlns:a16="http://schemas.microsoft.com/office/drawing/2014/main" id="{6BABC10C-BA71-43F5-AD6C-E2A1148327E5}"/>
              </a:ext>
            </a:extLst>
          </p:cNvPr>
          <p:cNvSpPr>
            <a:spLocks xmlns:a="http://schemas.openxmlformats.org/drawingml/2006/main" noGrp="1"/>
          </p:cNvSpPr>
          <p:nvPr/>
        </p:nvSpPr>
        <p:spPr>
          <a:xfrm xmlns:a="http://schemas.openxmlformats.org/drawingml/2006/main">
            <a:off x="571500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팀 구성</a:t>
            </a:r>
            <a:endParaRPr sz="950"/>
          </a:p>
        </p:txBody>
      </p:sp>
      <p:sp>
        <p:nvSpPr>
          <p:cNvPr id="35" name="Text 32">
            <a:extLst xmlns:a="http://schemas.openxmlformats.org/drawingml/2006/main">
              <a:ext uri="{FF2B5EF4-FFF2-40B4-BE49-F238E27FC236}">
                <a16:creationId xmlns:a16="http://schemas.microsoft.com/office/drawing/2014/main" id="{431B7FFB-192D-4036-AA28-2892BF422A63}"/>
              </a:ext>
            </a:extLst>
          </p:cNvPr>
          <p:cNvSpPr>
            <a:spLocks xmlns:a="http://schemas.openxmlformats.org/drawingml/2006/main" noGrp="1"/>
          </p:cNvSpPr>
          <p:nvPr/>
        </p:nvSpPr>
        <p:spPr>
          <a:xfrm xmlns:a="http://schemas.openxmlformats.org/drawingml/2006/main">
            <a:off x="571500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4인</a:t>
            </a:r>
            <a:endParaRPr sz="1350"/>
          </a:p>
        </p:txBody>
      </p:sp>
      <p:sp>
        <p:nvSpPr>
          <p:cNvPr id="36" name="Text 33">
            <a:extLst xmlns:a="http://schemas.openxmlformats.org/drawingml/2006/main">
              <a:ext uri="{FF2B5EF4-FFF2-40B4-BE49-F238E27FC236}">
                <a16:creationId xmlns:a16="http://schemas.microsoft.com/office/drawing/2014/main" id="{6EFD3414-750A-45B6-9ABB-0E2AF7497A52}"/>
              </a:ext>
            </a:extLst>
          </p:cNvPr>
          <p:cNvSpPr>
            <a:spLocks xmlns:a="http://schemas.openxmlformats.org/drawingml/2006/main" noGrp="1"/>
          </p:cNvSpPr>
          <p:nvPr/>
        </p:nvSpPr>
        <p:spPr>
          <a:xfrm xmlns:a="http://schemas.openxmlformats.org/drawingml/2006/main">
            <a:off x="571500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화면 단위 풀스택 분업</a:t>
            </a:r>
            <a:endParaRPr sz="1050"/>
          </a:p>
        </p:txBody>
      </p:sp>
      <p:sp>
        <p:nvSpPr>
          <p:cNvPr id="37" name="Text 34">
            <a:extLst xmlns:a="http://schemas.openxmlformats.org/drawingml/2006/main">
              <a:ext uri="{FF2B5EF4-FFF2-40B4-BE49-F238E27FC236}">
                <a16:creationId xmlns:a16="http://schemas.microsoft.com/office/drawing/2014/main" id="{7922F7DD-539B-4319-8858-2F6E8960DF51}"/>
              </a:ext>
            </a:extLst>
          </p:cNvPr>
          <p:cNvSpPr>
            <a:spLocks xmlns:a="http://schemas.openxmlformats.org/drawingml/2006/main" noGrp="1"/>
          </p:cNvSpPr>
          <p:nvPr/>
        </p:nvSpPr>
        <p:spPr>
          <a:xfrm xmlns:a="http://schemas.openxmlformats.org/drawingml/2006/main">
            <a:off x="8321040" y="4709160"/>
            <a:ext cx="2423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기술 스택</a:t>
            </a:r>
            <a:endParaRPr sz="950"/>
          </a:p>
        </p:txBody>
      </p:sp>
      <p:sp>
        <p:nvSpPr>
          <p:cNvPr id="38" name="Text 35">
            <a:extLst xmlns:a="http://schemas.openxmlformats.org/drawingml/2006/main">
              <a:ext uri="{FF2B5EF4-FFF2-40B4-BE49-F238E27FC236}">
                <a16:creationId xmlns:a16="http://schemas.microsoft.com/office/drawing/2014/main" id="{C8FADC6B-98AE-4B6C-AC66-A5F70D1DE11E}"/>
              </a:ext>
            </a:extLst>
          </p:cNvPr>
          <p:cNvSpPr>
            <a:spLocks xmlns:a="http://schemas.openxmlformats.org/drawingml/2006/main" noGrp="1"/>
          </p:cNvSpPr>
          <p:nvPr/>
        </p:nvSpPr>
        <p:spPr>
          <a:xfrm xmlns:a="http://schemas.openxmlformats.org/drawingml/2006/main">
            <a:off x="8321040" y="4956048"/>
            <a:ext cx="2423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8EDF4"/>
                </a:solidFill>
                <a:latin typeface="맑은 고딕"/>
                <a:ea typeface="맑은 고딕"/>
                <a:cs typeface="맑은 고딕"/>
              </a:rPr>
              <a:t>Spring Boot · Thymeleaf</a:t>
            </a:r>
            <a:endParaRPr sz="1350"/>
          </a:p>
        </p:txBody>
      </p:sp>
      <p:sp>
        <p:nvSpPr>
          <p:cNvPr id="39" name="Text 36">
            <a:extLst xmlns:a="http://schemas.openxmlformats.org/drawingml/2006/main">
              <a:ext uri="{FF2B5EF4-FFF2-40B4-BE49-F238E27FC236}">
                <a16:creationId xmlns:a16="http://schemas.microsoft.com/office/drawing/2014/main" id="{CB5766F3-FAF6-4E37-BEEB-188415DDC023}"/>
              </a:ext>
            </a:extLst>
          </p:cNvPr>
          <p:cNvSpPr>
            <a:spLocks xmlns:a="http://schemas.openxmlformats.org/drawingml/2006/main" noGrp="1"/>
          </p:cNvSpPr>
          <p:nvPr/>
        </p:nvSpPr>
        <p:spPr>
          <a:xfrm xmlns:a="http://schemas.openxmlformats.org/drawingml/2006/main">
            <a:off x="8321040" y="5230368"/>
            <a:ext cx="2423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C8AA0"/>
                </a:solidFill>
                <a:latin typeface="맑은 고딕"/>
                <a:ea typeface="맑은 고딕"/>
                <a:cs typeface="맑은 고딕"/>
              </a:rPr>
              <a:t>MyBatis · MariaDB</a:t>
            </a:r>
            <a:endParaRPr sz="1050"/>
          </a:p>
        </p:txBody>
      </p:sp>
      <p:sp>
        <p:nvSpPr>
          <p:cNvPr id="40" name="Text 37">
            <a:extLst xmlns:a="http://schemas.openxmlformats.org/drawingml/2006/main">
              <a:ext uri="{FF2B5EF4-FFF2-40B4-BE49-F238E27FC236}">
                <a16:creationId xmlns:a16="http://schemas.microsoft.com/office/drawing/2014/main" id="{07E7B27D-8120-464A-AFD8-671AFE091FC8}"/>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5A6577"/>
                </a:solidFill>
                <a:latin typeface="맑은 고딕"/>
                <a:ea typeface="맑은 고딕"/>
                <a:cs typeface="맑은 고딕"/>
              </a:rPr>
              <a:t>Schedule · 2026 팀 프로젝트</a:t>
            </a:r>
            <a:endParaRPr sz="900"/>
          </a:p>
        </p:txBody>
      </p:sp>
      <p:sp>
        <p:nvSpPr>
          <p:cNvPr id="41" name="Text 38">
            <a:extLst xmlns:a="http://schemas.openxmlformats.org/drawingml/2006/main">
              <a:ext uri="{FF2B5EF4-FFF2-40B4-BE49-F238E27FC236}">
                <a16:creationId xmlns:a16="http://schemas.microsoft.com/office/drawing/2014/main" id="{D00A9063-4C9F-488A-9CC4-D9135FE12A00}"/>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A6577"/>
                </a:solidFill>
                <a:latin typeface="맑은 고딕"/>
                <a:ea typeface="맑은 고딕"/>
                <a:cs typeface="맑은 고딕"/>
              </a:rPr>
              <a:t>01</a:t>
            </a:r>
            <a:endParaRPr sz="900"/>
          </a:p>
        </p:txBody>
      </p:sp>
    </p:spTree>
    <p:extLst>
      <p:ext uri="{BB962C8B-B14F-4D97-AF65-F5344CB8AC3E}">
        <p14:creationId xmlns:p14="http://schemas.microsoft.com/office/powerpoint/2010/main" val="17200152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9F10078-C0BA-4CC2-9AD6-3CED6A83F282}"/>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5C700289-4A10-441B-85B1-D3F8FE36B8DE}"/>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C803355B-B819-43C5-B8AE-2CAE5722C92F}"/>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D1CFF519-BFE8-4843-B95C-BDA66D8E3DDD}"/>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6DBE4EAA-5E70-45DC-9AEB-5FBCC07AE0EB}"/>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1C21A259-C785-434A-8D59-6639C0896C03}"/>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B41C7A1E-2247-407F-ABFD-7B064F03306A}"/>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ECD488E1-F848-41C2-8DEA-A482A7BBE5D8}"/>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7" name="Image 0"/>
          <p:cNvPicPr>
            <a:picLocks xmlns:a="http://schemas.openxmlformats.org/drawingml/2006/main" noChangeAspect="1"/>
          </p:cNvPicPr>
          <p:nvPr/>
        </p:nvPicPr>
        <p:blipFill>
          <a:blip xmlns:r="http://schemas.openxmlformats.org/officeDocument/2006/relationships" xmlns:a="http://schemas.openxmlformats.org/drawingml/2006/main" r:embed="R8a40f93793104440"/>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4DD7EB1F-5911-4096-8AF0-F15F56166D4C}"/>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00B425F4-5BE0-443F-886D-11B96C22D27C}"/>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7B8A9DA8-A894-4885-BCE8-0474F3D13E92}"/>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CONTENTS   목차</a:t>
            </a:r>
            <a:endParaRPr sz="1200"/>
          </a:p>
        </p:txBody>
      </p:sp>
      <p:sp>
        <p:nvSpPr>
          <p:cNvPr id="14" name="Text 11">
            <a:extLst xmlns:a="http://schemas.openxmlformats.org/drawingml/2006/main">
              <a:ext uri="{FF2B5EF4-FFF2-40B4-BE49-F238E27FC236}">
                <a16:creationId xmlns:a16="http://schemas.microsoft.com/office/drawing/2014/main" id="{FF3FA11B-FAF0-4DF0-9919-3F4EAF2215BA}"/>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3000" b="1">
                <a:solidFill>
                  <a:srgbClr val="10151E"/>
                </a:solidFill>
                <a:latin typeface="맑은 고딕"/>
                <a:ea typeface="맑은 고딕"/>
                <a:cs typeface="맑은 고딕"/>
              </a:rPr>
              <a:t>목차</a:t>
            </a:r>
            <a:endParaRPr sz="3000"/>
          </a:p>
        </p:txBody>
      </p:sp>
      <p:sp>
        <p:nvSpPr>
          <p:cNvPr id="15" name="Text 12">
            <a:extLst xmlns:a="http://schemas.openxmlformats.org/drawingml/2006/main">
              <a:ext uri="{FF2B5EF4-FFF2-40B4-BE49-F238E27FC236}">
                <a16:creationId xmlns:a16="http://schemas.microsoft.com/office/drawing/2014/main" id="{F9ED8738-3803-4873-BF63-6E5447A6B5A5}"/>
              </a:ext>
            </a:extLst>
          </p:cNvPr>
          <p:cNvSpPr>
            <a:spLocks xmlns:a="http://schemas.openxmlformats.org/drawingml/2006/main" noGrp="1"/>
          </p:cNvSpPr>
          <p:nvPr/>
        </p:nvSpPr>
        <p:spPr>
          <a:xfrm xmlns:a="http://schemas.openxmlformats.org/drawingml/2006/main">
            <a:off x="502920" y="1536192"/>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5D6A7C"/>
                </a:solidFill>
                <a:latin typeface="맑은 고딕"/>
                <a:ea typeface="맑은 고딕"/>
                <a:cs typeface="맑은 고딕"/>
              </a:rPr>
              <a:t>Schedule — 냉난방기기 AS기사 스케줄 관리 시스템</a:t>
            </a:r>
            <a:endParaRPr sz="1250"/>
          </a:p>
        </p:txBody>
      </p:sp>
      <p:sp>
        <p:nvSpPr>
          <p:cNvPr id="16" name="Text 13">
            <a:extLst xmlns:a="http://schemas.openxmlformats.org/drawingml/2006/main">
              <a:ext uri="{FF2B5EF4-FFF2-40B4-BE49-F238E27FC236}">
                <a16:creationId xmlns:a16="http://schemas.microsoft.com/office/drawing/2014/main" id="{AB9EE2D7-6896-4ADB-918F-1E1312E8AF7E}"/>
              </a:ext>
            </a:extLst>
          </p:cNvPr>
          <p:cNvSpPr>
            <a:spLocks xmlns:a="http://schemas.openxmlformats.org/drawingml/2006/main" noGrp="1"/>
          </p:cNvSpPr>
          <p:nvPr/>
        </p:nvSpPr>
        <p:spPr>
          <a:xfrm xmlns:a="http://schemas.openxmlformats.org/drawingml/2006/main">
            <a:off x="502920" y="214884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2B6BF0"/>
                </a:solidFill>
                <a:latin typeface="Arial"/>
                <a:ea typeface="Arial"/>
                <a:cs typeface="Arial"/>
              </a:rPr>
              <a:t>01</a:t>
            </a:r>
            <a:endParaRPr sz="2600"/>
          </a:p>
        </p:txBody>
      </p:sp>
      <p:sp>
        <p:nvSpPr>
          <p:cNvPr id="17" name="Text 14">
            <a:extLst xmlns:a="http://schemas.openxmlformats.org/drawingml/2006/main">
              <a:ext uri="{FF2B5EF4-FFF2-40B4-BE49-F238E27FC236}">
                <a16:creationId xmlns:a16="http://schemas.microsoft.com/office/drawing/2014/main" id="{687B86B6-E4A1-4402-8119-1CD0C6DD7305}"/>
              </a:ext>
            </a:extLst>
          </p:cNvPr>
          <p:cNvSpPr>
            <a:spLocks xmlns:a="http://schemas.openxmlformats.org/drawingml/2006/main" noGrp="1"/>
          </p:cNvSpPr>
          <p:nvPr/>
        </p:nvSpPr>
        <p:spPr>
          <a:xfrm xmlns:a="http://schemas.openxmlformats.org/drawingml/2006/main">
            <a:off x="1280160" y="213055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개요</a:t>
            </a:r>
            <a:endParaRPr sz="1450"/>
          </a:p>
        </p:txBody>
      </p:sp>
      <p:sp>
        <p:nvSpPr>
          <p:cNvPr id="18" name="Text 15">
            <a:extLst xmlns:a="http://schemas.openxmlformats.org/drawingml/2006/main">
              <a:ext uri="{FF2B5EF4-FFF2-40B4-BE49-F238E27FC236}">
                <a16:creationId xmlns:a16="http://schemas.microsoft.com/office/drawing/2014/main" id="{79D92795-0800-4A1C-8D0F-0D2D51B77A6E}"/>
              </a:ext>
            </a:extLst>
          </p:cNvPr>
          <p:cNvSpPr>
            <a:spLocks xmlns:a="http://schemas.openxmlformats.org/drawingml/2006/main" noGrp="1"/>
          </p:cNvSpPr>
          <p:nvPr/>
        </p:nvSpPr>
        <p:spPr>
          <a:xfrm xmlns:a="http://schemas.openxmlformats.org/drawingml/2006/main">
            <a:off x="1280160" y="244144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주제·목적·구조·기대효과</a:t>
            </a:r>
            <a:endParaRPr sz="1050"/>
          </a:p>
        </p:txBody>
      </p:sp>
      <p:sp>
        <p:nvSpPr>
          <p:cNvPr id="19" name="Shape 16">
            <a:extLst xmlns:a="http://schemas.openxmlformats.org/drawingml/2006/main">
              <a:ext uri="{FF2B5EF4-FFF2-40B4-BE49-F238E27FC236}">
                <a16:creationId xmlns:a16="http://schemas.microsoft.com/office/drawing/2014/main" id="{21D0FB53-39F0-4B53-9061-98C6AC35FC68}"/>
              </a:ext>
            </a:extLst>
          </p:cNvPr>
          <p:cNvSpPr>
            <a:spLocks xmlns:a="http://schemas.openxmlformats.org/drawingml/2006/main" noGrp="1"/>
          </p:cNvSpPr>
          <p:nvPr/>
        </p:nvSpPr>
        <p:spPr>
          <a:xfrm xmlns:a="http://schemas.openxmlformats.org/drawingml/2006/main">
            <a:off x="502920" y="2944368"/>
            <a:ext cx="5349240" cy="7315"/>
          </a:xfrm>
          <a:prstGeom xmlns:a="http://schemas.openxmlformats.org/drawingml/2006/main" prst="rect">
            <a:avLst/>
          </a:prstGeom>
          <a:solidFill xmlns:a="http://schemas.openxmlformats.org/drawingml/2006/main">
            <a:srgbClr val="DDE3EA"/>
          </a:solidFill>
        </p:spPr>
      </p:sp>
      <p:sp>
        <p:nvSpPr>
          <p:cNvPr id="20" name="Text 17">
            <a:extLst xmlns:a="http://schemas.openxmlformats.org/drawingml/2006/main">
              <a:ext uri="{FF2B5EF4-FFF2-40B4-BE49-F238E27FC236}">
                <a16:creationId xmlns:a16="http://schemas.microsoft.com/office/drawing/2014/main" id="{E58FFE0D-6A9C-4AC5-9871-F305EDCEB8E7}"/>
              </a:ext>
            </a:extLst>
          </p:cNvPr>
          <p:cNvSpPr>
            <a:spLocks xmlns:a="http://schemas.openxmlformats.org/drawingml/2006/main" noGrp="1"/>
          </p:cNvSpPr>
          <p:nvPr/>
        </p:nvSpPr>
        <p:spPr>
          <a:xfrm xmlns:a="http://schemas.openxmlformats.org/drawingml/2006/main">
            <a:off x="502920" y="310896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2196D4"/>
                </a:solidFill>
                <a:latin typeface="Arial"/>
                <a:ea typeface="Arial"/>
                <a:cs typeface="Arial"/>
              </a:rPr>
              <a:t>02</a:t>
            </a:r>
            <a:endParaRPr sz="2600"/>
          </a:p>
        </p:txBody>
      </p:sp>
      <p:sp>
        <p:nvSpPr>
          <p:cNvPr id="21" name="Text 18">
            <a:extLst xmlns:a="http://schemas.openxmlformats.org/drawingml/2006/main">
              <a:ext uri="{FF2B5EF4-FFF2-40B4-BE49-F238E27FC236}">
                <a16:creationId xmlns:a16="http://schemas.microsoft.com/office/drawing/2014/main" id="{5554E77C-1E64-4EFE-93FB-6628F1EF9325}"/>
              </a:ext>
            </a:extLst>
          </p:cNvPr>
          <p:cNvSpPr>
            <a:spLocks xmlns:a="http://schemas.openxmlformats.org/drawingml/2006/main" noGrp="1"/>
          </p:cNvSpPr>
          <p:nvPr/>
        </p:nvSpPr>
        <p:spPr>
          <a:xfrm xmlns:a="http://schemas.openxmlformats.org/drawingml/2006/main">
            <a:off x="1280160" y="309067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선정 배경 및 차별점</a:t>
            </a:r>
            <a:endParaRPr sz="1450"/>
          </a:p>
        </p:txBody>
      </p:sp>
      <p:sp>
        <p:nvSpPr>
          <p:cNvPr id="22" name="Text 19">
            <a:extLst xmlns:a="http://schemas.openxmlformats.org/drawingml/2006/main">
              <a:ext uri="{FF2B5EF4-FFF2-40B4-BE49-F238E27FC236}">
                <a16:creationId xmlns:a16="http://schemas.microsoft.com/office/drawing/2014/main" id="{FF6DF7EA-2EED-405A-90A6-52C17E559BB8}"/>
              </a:ext>
            </a:extLst>
          </p:cNvPr>
          <p:cNvSpPr>
            <a:spLocks xmlns:a="http://schemas.openxmlformats.org/drawingml/2006/main" noGrp="1"/>
          </p:cNvSpPr>
          <p:nvPr/>
        </p:nvSpPr>
        <p:spPr>
          <a:xfrm xmlns:a="http://schemas.openxmlformats.org/drawingml/2006/main">
            <a:off x="1280160" y="34015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기존 방식과 무엇이 다른지</a:t>
            </a:r>
            <a:endParaRPr sz="1050"/>
          </a:p>
        </p:txBody>
      </p:sp>
      <p:sp>
        <p:nvSpPr>
          <p:cNvPr id="23" name="Shape 20">
            <a:extLst xmlns:a="http://schemas.openxmlformats.org/drawingml/2006/main">
              <a:ext uri="{FF2B5EF4-FFF2-40B4-BE49-F238E27FC236}">
                <a16:creationId xmlns:a16="http://schemas.microsoft.com/office/drawing/2014/main" id="{66FBF457-E396-4B28-861A-4977D53AFA0B}"/>
              </a:ext>
            </a:extLst>
          </p:cNvPr>
          <p:cNvSpPr>
            <a:spLocks xmlns:a="http://schemas.openxmlformats.org/drawingml/2006/main" noGrp="1"/>
          </p:cNvSpPr>
          <p:nvPr/>
        </p:nvSpPr>
        <p:spPr>
          <a:xfrm xmlns:a="http://schemas.openxmlformats.org/drawingml/2006/main">
            <a:off x="502920" y="3904488"/>
            <a:ext cx="5349240" cy="7315"/>
          </a:xfrm>
          <a:prstGeom xmlns:a="http://schemas.openxmlformats.org/drawingml/2006/main" prst="rect">
            <a:avLst/>
          </a:prstGeom>
          <a:solidFill xmlns:a="http://schemas.openxmlformats.org/drawingml/2006/main">
            <a:srgbClr val="DDE3EA"/>
          </a:solidFill>
        </p:spPr>
      </p:sp>
      <p:sp>
        <p:nvSpPr>
          <p:cNvPr id="24" name="Text 21">
            <a:extLst xmlns:a="http://schemas.openxmlformats.org/drawingml/2006/main">
              <a:ext uri="{FF2B5EF4-FFF2-40B4-BE49-F238E27FC236}">
                <a16:creationId xmlns:a16="http://schemas.microsoft.com/office/drawing/2014/main" id="{31A24188-88A4-43A3-B417-3FCBD505B81E}"/>
              </a:ext>
            </a:extLst>
          </p:cNvPr>
          <p:cNvSpPr>
            <a:spLocks xmlns:a="http://schemas.openxmlformats.org/drawingml/2006/main" noGrp="1"/>
          </p:cNvSpPr>
          <p:nvPr/>
        </p:nvSpPr>
        <p:spPr>
          <a:xfrm xmlns:a="http://schemas.openxmlformats.org/drawingml/2006/main">
            <a:off x="502920" y="406908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BBD1"/>
                </a:solidFill>
                <a:latin typeface="Arial"/>
                <a:ea typeface="Arial"/>
                <a:cs typeface="Arial"/>
              </a:rPr>
              <a:t>03</a:t>
            </a:r>
            <a:endParaRPr sz="2600"/>
          </a:p>
        </p:txBody>
      </p:sp>
      <p:sp>
        <p:nvSpPr>
          <p:cNvPr id="25" name="Text 22">
            <a:extLst xmlns:a="http://schemas.openxmlformats.org/drawingml/2006/main">
              <a:ext uri="{FF2B5EF4-FFF2-40B4-BE49-F238E27FC236}">
                <a16:creationId xmlns:a16="http://schemas.microsoft.com/office/drawing/2014/main" id="{A1A19B8C-156F-4D3A-A8CA-E2A02EEA79FF}"/>
              </a:ext>
            </a:extLst>
          </p:cNvPr>
          <p:cNvSpPr>
            <a:spLocks xmlns:a="http://schemas.openxmlformats.org/drawingml/2006/main" noGrp="1"/>
          </p:cNvSpPr>
          <p:nvPr/>
        </p:nvSpPr>
        <p:spPr>
          <a:xfrm xmlns:a="http://schemas.openxmlformats.org/drawingml/2006/main">
            <a:off x="1280160" y="405079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팀 구성 및 역할</a:t>
            </a:r>
            <a:endParaRPr sz="1450"/>
          </a:p>
        </p:txBody>
      </p:sp>
      <p:sp>
        <p:nvSpPr>
          <p:cNvPr id="26" name="Text 23">
            <a:extLst xmlns:a="http://schemas.openxmlformats.org/drawingml/2006/main">
              <a:ext uri="{FF2B5EF4-FFF2-40B4-BE49-F238E27FC236}">
                <a16:creationId xmlns:a16="http://schemas.microsoft.com/office/drawing/2014/main" id="{A01FC5B1-0386-4101-A262-EEEE2EE1B687}"/>
              </a:ext>
            </a:extLst>
          </p:cNvPr>
          <p:cNvSpPr>
            <a:spLocks xmlns:a="http://schemas.openxmlformats.org/drawingml/2006/main" noGrp="1"/>
          </p:cNvSpPr>
          <p:nvPr/>
        </p:nvSpPr>
        <p:spPr>
          <a:xfrm xmlns:a="http://schemas.openxmlformats.org/drawingml/2006/main">
            <a:off x="1280160" y="436168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주도적으로 맡은 기능</a:t>
            </a:r>
            <a:endParaRPr sz="1050"/>
          </a:p>
        </p:txBody>
      </p:sp>
      <p:sp>
        <p:nvSpPr>
          <p:cNvPr id="27" name="Shape 24">
            <a:extLst xmlns:a="http://schemas.openxmlformats.org/drawingml/2006/main">
              <a:ext uri="{FF2B5EF4-FFF2-40B4-BE49-F238E27FC236}">
                <a16:creationId xmlns:a16="http://schemas.microsoft.com/office/drawing/2014/main" id="{FABF8EE3-EF9D-4E90-8307-09B757ADB81A}"/>
              </a:ext>
            </a:extLst>
          </p:cNvPr>
          <p:cNvSpPr>
            <a:spLocks xmlns:a="http://schemas.openxmlformats.org/drawingml/2006/main" noGrp="1"/>
          </p:cNvSpPr>
          <p:nvPr/>
        </p:nvSpPr>
        <p:spPr>
          <a:xfrm xmlns:a="http://schemas.openxmlformats.org/drawingml/2006/main">
            <a:off x="502920" y="4864608"/>
            <a:ext cx="5349240" cy="7315"/>
          </a:xfrm>
          <a:prstGeom xmlns:a="http://schemas.openxmlformats.org/drawingml/2006/main" prst="rect">
            <a:avLst/>
          </a:prstGeom>
          <a:solidFill xmlns:a="http://schemas.openxmlformats.org/drawingml/2006/main">
            <a:srgbClr val="DDE3EA"/>
          </a:solidFill>
        </p:spPr>
      </p:sp>
      <p:sp>
        <p:nvSpPr>
          <p:cNvPr id="28" name="Text 25">
            <a:extLst xmlns:a="http://schemas.openxmlformats.org/drawingml/2006/main">
              <a:ext uri="{FF2B5EF4-FFF2-40B4-BE49-F238E27FC236}">
                <a16:creationId xmlns:a16="http://schemas.microsoft.com/office/drawing/2014/main" id="{48F7498B-110F-43DC-B233-9E5DFA0470FC}"/>
              </a:ext>
            </a:extLst>
          </p:cNvPr>
          <p:cNvSpPr>
            <a:spLocks xmlns:a="http://schemas.openxmlformats.org/drawingml/2006/main" noGrp="1"/>
          </p:cNvSpPr>
          <p:nvPr/>
        </p:nvSpPr>
        <p:spPr>
          <a:xfrm xmlns:a="http://schemas.openxmlformats.org/drawingml/2006/main">
            <a:off x="502920" y="502920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3CC98A"/>
                </a:solidFill>
                <a:latin typeface="Arial"/>
                <a:ea typeface="Arial"/>
                <a:cs typeface="Arial"/>
              </a:rPr>
              <a:t>04</a:t>
            </a:r>
            <a:endParaRPr sz="2600"/>
          </a:p>
        </p:txBody>
      </p:sp>
      <p:sp>
        <p:nvSpPr>
          <p:cNvPr id="29" name="Text 26">
            <a:extLst xmlns:a="http://schemas.openxmlformats.org/drawingml/2006/main">
              <a:ext uri="{FF2B5EF4-FFF2-40B4-BE49-F238E27FC236}">
                <a16:creationId xmlns:a16="http://schemas.microsoft.com/office/drawing/2014/main" id="{B792A8D8-557B-4CA3-82A8-466329097719}"/>
              </a:ext>
            </a:extLst>
          </p:cNvPr>
          <p:cNvSpPr>
            <a:spLocks xmlns:a="http://schemas.openxmlformats.org/drawingml/2006/main" noGrp="1"/>
          </p:cNvSpPr>
          <p:nvPr/>
        </p:nvSpPr>
        <p:spPr>
          <a:xfrm xmlns:a="http://schemas.openxmlformats.org/drawingml/2006/main">
            <a:off x="1280160" y="501091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수행 절차 및 방법</a:t>
            </a:r>
            <a:endParaRPr sz="1450"/>
          </a:p>
        </p:txBody>
      </p:sp>
      <p:sp>
        <p:nvSpPr>
          <p:cNvPr id="30" name="Text 27">
            <a:extLst xmlns:a="http://schemas.openxmlformats.org/drawingml/2006/main">
              <a:ext uri="{FF2B5EF4-FFF2-40B4-BE49-F238E27FC236}">
                <a16:creationId xmlns:a16="http://schemas.microsoft.com/office/drawing/2014/main" id="{26D5FAF8-A466-4D4F-8BC9-E0BD30520627}"/>
              </a:ext>
            </a:extLst>
          </p:cNvPr>
          <p:cNvSpPr>
            <a:spLocks xmlns:a="http://schemas.openxmlformats.org/drawingml/2006/main" noGrp="1"/>
          </p:cNvSpPr>
          <p:nvPr/>
        </p:nvSpPr>
        <p:spPr>
          <a:xfrm xmlns:a="http://schemas.openxmlformats.org/drawingml/2006/main">
            <a:off x="1280160" y="532180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기획·개발·통합 과정</a:t>
            </a:r>
            <a:endParaRPr sz="1050"/>
          </a:p>
        </p:txBody>
      </p:sp>
      <p:sp>
        <p:nvSpPr>
          <p:cNvPr id="31" name="Text 28">
            <a:extLst xmlns:a="http://schemas.openxmlformats.org/drawingml/2006/main">
              <a:ext uri="{FF2B5EF4-FFF2-40B4-BE49-F238E27FC236}">
                <a16:creationId xmlns:a16="http://schemas.microsoft.com/office/drawing/2014/main" id="{D095C4DD-3956-4DB8-80B2-23BC9DBFBD71}"/>
              </a:ext>
            </a:extLst>
          </p:cNvPr>
          <p:cNvSpPr>
            <a:spLocks xmlns:a="http://schemas.openxmlformats.org/drawingml/2006/main" noGrp="1"/>
          </p:cNvSpPr>
          <p:nvPr/>
        </p:nvSpPr>
        <p:spPr>
          <a:xfrm xmlns:a="http://schemas.openxmlformats.org/drawingml/2006/main">
            <a:off x="6172200" y="214884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D2C81A"/>
                </a:solidFill>
                <a:latin typeface="Arial"/>
                <a:ea typeface="Arial"/>
                <a:cs typeface="Arial"/>
              </a:rPr>
              <a:t>05</a:t>
            </a:r>
            <a:endParaRPr sz="2600"/>
          </a:p>
        </p:txBody>
      </p:sp>
      <p:sp>
        <p:nvSpPr>
          <p:cNvPr id="32" name="Text 29">
            <a:extLst xmlns:a="http://schemas.openxmlformats.org/drawingml/2006/main">
              <a:ext uri="{FF2B5EF4-FFF2-40B4-BE49-F238E27FC236}">
                <a16:creationId xmlns:a16="http://schemas.microsoft.com/office/drawing/2014/main" id="{B042683C-E0E8-4300-AC56-A3C4FF4330BF}"/>
              </a:ext>
            </a:extLst>
          </p:cNvPr>
          <p:cNvSpPr>
            <a:spLocks xmlns:a="http://schemas.openxmlformats.org/drawingml/2006/main" noGrp="1"/>
          </p:cNvSpPr>
          <p:nvPr/>
        </p:nvSpPr>
        <p:spPr>
          <a:xfrm xmlns:a="http://schemas.openxmlformats.org/drawingml/2006/main">
            <a:off x="6949440" y="213055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프로젝트 수행 경과</a:t>
            </a:r>
            <a:endParaRPr sz="1450"/>
          </a:p>
        </p:txBody>
      </p:sp>
      <p:sp>
        <p:nvSpPr>
          <p:cNvPr id="33" name="Text 30">
            <a:extLst xmlns:a="http://schemas.openxmlformats.org/drawingml/2006/main">
              <a:ext uri="{FF2B5EF4-FFF2-40B4-BE49-F238E27FC236}">
                <a16:creationId xmlns:a16="http://schemas.microsoft.com/office/drawing/2014/main" id="{E9957736-B9B2-4A3B-8B88-755702C2741C}"/>
              </a:ext>
            </a:extLst>
          </p:cNvPr>
          <p:cNvSpPr>
            <a:spLocks xmlns:a="http://schemas.openxmlformats.org/drawingml/2006/main" noGrp="1"/>
          </p:cNvSpPr>
          <p:nvPr/>
        </p:nvSpPr>
        <p:spPr>
          <a:xfrm xmlns:a="http://schemas.openxmlformats.org/drawingml/2006/main">
            <a:off x="6949440" y="244144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단계별 구현과 피드백</a:t>
            </a:r>
            <a:endParaRPr sz="1050"/>
          </a:p>
        </p:txBody>
      </p:sp>
      <p:sp>
        <p:nvSpPr>
          <p:cNvPr id="34" name="Shape 31">
            <a:extLst xmlns:a="http://schemas.openxmlformats.org/drawingml/2006/main">
              <a:ext uri="{FF2B5EF4-FFF2-40B4-BE49-F238E27FC236}">
                <a16:creationId xmlns:a16="http://schemas.microsoft.com/office/drawing/2014/main" id="{9876CA3B-8001-4114-8170-898E91502B03}"/>
              </a:ext>
            </a:extLst>
          </p:cNvPr>
          <p:cNvSpPr>
            <a:spLocks xmlns:a="http://schemas.openxmlformats.org/drawingml/2006/main" noGrp="1"/>
          </p:cNvSpPr>
          <p:nvPr/>
        </p:nvSpPr>
        <p:spPr>
          <a:xfrm xmlns:a="http://schemas.openxmlformats.org/drawingml/2006/main">
            <a:off x="6172200" y="2944368"/>
            <a:ext cx="5349240" cy="7315"/>
          </a:xfrm>
          <a:prstGeom xmlns:a="http://schemas.openxmlformats.org/drawingml/2006/main" prst="rect">
            <a:avLst/>
          </a:prstGeom>
          <a:solidFill xmlns:a="http://schemas.openxmlformats.org/drawingml/2006/main">
            <a:srgbClr val="DDE3EA"/>
          </a:solidFill>
        </p:spPr>
      </p:sp>
      <p:sp>
        <p:nvSpPr>
          <p:cNvPr id="35" name="Text 32">
            <a:extLst xmlns:a="http://schemas.openxmlformats.org/drawingml/2006/main">
              <a:ext uri="{FF2B5EF4-FFF2-40B4-BE49-F238E27FC236}">
                <a16:creationId xmlns:a16="http://schemas.microsoft.com/office/drawing/2014/main" id="{0615443A-2149-4FD4-81C7-5C854D412A2C}"/>
              </a:ext>
            </a:extLst>
          </p:cNvPr>
          <p:cNvSpPr>
            <a:spLocks xmlns:a="http://schemas.openxmlformats.org/drawingml/2006/main" noGrp="1"/>
          </p:cNvSpPr>
          <p:nvPr/>
        </p:nvSpPr>
        <p:spPr>
          <a:xfrm xmlns:a="http://schemas.openxmlformats.org/drawingml/2006/main">
            <a:off x="6172200" y="310896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0A500"/>
                </a:solidFill>
                <a:latin typeface="Arial"/>
                <a:ea typeface="Arial"/>
                <a:cs typeface="Arial"/>
              </a:rPr>
              <a:t>06</a:t>
            </a:r>
            <a:endParaRPr sz="2600"/>
          </a:p>
        </p:txBody>
      </p:sp>
      <p:sp>
        <p:nvSpPr>
          <p:cNvPr id="36" name="Text 33">
            <a:extLst xmlns:a="http://schemas.openxmlformats.org/drawingml/2006/main">
              <a:ext uri="{FF2B5EF4-FFF2-40B4-BE49-F238E27FC236}">
                <a16:creationId xmlns:a16="http://schemas.microsoft.com/office/drawing/2014/main" id="{A4EFFC96-D213-49AD-BCFC-0F8BE409C561}"/>
              </a:ext>
            </a:extLst>
          </p:cNvPr>
          <p:cNvSpPr>
            <a:spLocks xmlns:a="http://schemas.openxmlformats.org/drawingml/2006/main" noGrp="1"/>
          </p:cNvSpPr>
          <p:nvPr/>
        </p:nvSpPr>
        <p:spPr>
          <a:xfrm xmlns:a="http://schemas.openxmlformats.org/drawingml/2006/main">
            <a:off x="6949440" y="309067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핵심 기능 및 결과 화면</a:t>
            </a:r>
            <a:endParaRPr sz="1450"/>
          </a:p>
        </p:txBody>
      </p:sp>
      <p:sp>
        <p:nvSpPr>
          <p:cNvPr id="37" name="Text 34">
            <a:extLst xmlns:a="http://schemas.openxmlformats.org/drawingml/2006/main">
              <a:ext uri="{FF2B5EF4-FFF2-40B4-BE49-F238E27FC236}">
                <a16:creationId xmlns:a16="http://schemas.microsoft.com/office/drawing/2014/main" id="{DF0EF381-F16A-46C8-9200-F5BA6F6700BE}"/>
              </a:ext>
            </a:extLst>
          </p:cNvPr>
          <p:cNvSpPr>
            <a:spLocks xmlns:a="http://schemas.openxmlformats.org/drawingml/2006/main" noGrp="1"/>
          </p:cNvSpPr>
          <p:nvPr/>
        </p:nvSpPr>
        <p:spPr>
          <a:xfrm xmlns:a="http://schemas.openxmlformats.org/drawingml/2006/main">
            <a:off x="6949440" y="340156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실제 구동 화면 중심</a:t>
            </a:r>
            <a:endParaRPr sz="1050"/>
          </a:p>
        </p:txBody>
      </p:sp>
      <p:sp>
        <p:nvSpPr>
          <p:cNvPr id="38" name="Shape 35">
            <a:extLst xmlns:a="http://schemas.openxmlformats.org/drawingml/2006/main">
              <a:ext uri="{FF2B5EF4-FFF2-40B4-BE49-F238E27FC236}">
                <a16:creationId xmlns:a16="http://schemas.microsoft.com/office/drawing/2014/main" id="{1866B0E9-45E6-4911-A72D-70332BD921B9}"/>
              </a:ext>
            </a:extLst>
          </p:cNvPr>
          <p:cNvSpPr>
            <a:spLocks xmlns:a="http://schemas.openxmlformats.org/drawingml/2006/main" noGrp="1"/>
          </p:cNvSpPr>
          <p:nvPr/>
        </p:nvSpPr>
        <p:spPr>
          <a:xfrm xmlns:a="http://schemas.openxmlformats.org/drawingml/2006/main">
            <a:off x="6172200" y="3904488"/>
            <a:ext cx="5349240" cy="7315"/>
          </a:xfrm>
          <a:prstGeom xmlns:a="http://schemas.openxmlformats.org/drawingml/2006/main" prst="rect">
            <a:avLst/>
          </a:prstGeom>
          <a:solidFill xmlns:a="http://schemas.openxmlformats.org/drawingml/2006/main">
            <a:srgbClr val="DDE3EA"/>
          </a:solidFill>
        </p:spPr>
      </p:sp>
      <p:sp>
        <p:nvSpPr>
          <p:cNvPr id="39" name="Text 36">
            <a:extLst xmlns:a="http://schemas.openxmlformats.org/drawingml/2006/main">
              <a:ext uri="{FF2B5EF4-FFF2-40B4-BE49-F238E27FC236}">
                <a16:creationId xmlns:a16="http://schemas.microsoft.com/office/drawing/2014/main" id="{58ECD42C-486F-4710-9572-6446F19E7D1E}"/>
              </a:ext>
            </a:extLst>
          </p:cNvPr>
          <p:cNvSpPr>
            <a:spLocks xmlns:a="http://schemas.openxmlformats.org/drawingml/2006/main" noGrp="1"/>
          </p:cNvSpPr>
          <p:nvPr/>
        </p:nvSpPr>
        <p:spPr>
          <a:xfrm xmlns:a="http://schemas.openxmlformats.org/drawingml/2006/main">
            <a:off x="6172200" y="406908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FF5A1F"/>
                </a:solidFill>
                <a:latin typeface="Arial"/>
                <a:ea typeface="Arial"/>
                <a:cs typeface="Arial"/>
              </a:rPr>
              <a:t>07</a:t>
            </a:r>
            <a:endParaRPr sz="2600"/>
          </a:p>
        </p:txBody>
      </p:sp>
      <p:sp>
        <p:nvSpPr>
          <p:cNvPr id="40" name="Text 37">
            <a:extLst xmlns:a="http://schemas.openxmlformats.org/drawingml/2006/main">
              <a:ext uri="{FF2B5EF4-FFF2-40B4-BE49-F238E27FC236}">
                <a16:creationId xmlns:a16="http://schemas.microsoft.com/office/drawing/2014/main" id="{48F48C15-109E-423F-9E77-3FA117B67B45}"/>
              </a:ext>
            </a:extLst>
          </p:cNvPr>
          <p:cNvSpPr>
            <a:spLocks xmlns:a="http://schemas.openxmlformats.org/drawingml/2006/main" noGrp="1"/>
          </p:cNvSpPr>
          <p:nvPr/>
        </p:nvSpPr>
        <p:spPr>
          <a:xfrm xmlns:a="http://schemas.openxmlformats.org/drawingml/2006/main">
            <a:off x="6949440" y="405079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활용 방안 및 기대 효과</a:t>
            </a:r>
            <a:endParaRPr sz="1450"/>
          </a:p>
        </p:txBody>
      </p:sp>
      <p:sp>
        <p:nvSpPr>
          <p:cNvPr id="41" name="Text 38">
            <a:extLst xmlns:a="http://schemas.openxmlformats.org/drawingml/2006/main">
              <a:ext uri="{FF2B5EF4-FFF2-40B4-BE49-F238E27FC236}">
                <a16:creationId xmlns:a16="http://schemas.microsoft.com/office/drawing/2014/main" id="{3B50DC83-3ADE-4C25-825D-BEE4722CB63B}"/>
              </a:ext>
            </a:extLst>
          </p:cNvPr>
          <p:cNvSpPr>
            <a:spLocks xmlns:a="http://schemas.openxmlformats.org/drawingml/2006/main" noGrp="1"/>
          </p:cNvSpPr>
          <p:nvPr/>
        </p:nvSpPr>
        <p:spPr>
          <a:xfrm xmlns:a="http://schemas.openxmlformats.org/drawingml/2006/main">
            <a:off x="6949440" y="436168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실무 활용 가능성</a:t>
            </a:r>
            <a:endParaRPr sz="1050"/>
          </a:p>
        </p:txBody>
      </p:sp>
      <p:sp>
        <p:nvSpPr>
          <p:cNvPr id="42" name="Shape 39">
            <a:extLst xmlns:a="http://schemas.openxmlformats.org/drawingml/2006/main">
              <a:ext uri="{FF2B5EF4-FFF2-40B4-BE49-F238E27FC236}">
                <a16:creationId xmlns:a16="http://schemas.microsoft.com/office/drawing/2014/main" id="{4C824BC4-190B-4CD7-8770-2D7FF91849F1}"/>
              </a:ext>
            </a:extLst>
          </p:cNvPr>
          <p:cNvSpPr>
            <a:spLocks xmlns:a="http://schemas.openxmlformats.org/drawingml/2006/main" noGrp="1"/>
          </p:cNvSpPr>
          <p:nvPr/>
        </p:nvSpPr>
        <p:spPr>
          <a:xfrm xmlns:a="http://schemas.openxmlformats.org/drawingml/2006/main">
            <a:off x="6172200" y="4864608"/>
            <a:ext cx="5349240" cy="7315"/>
          </a:xfrm>
          <a:prstGeom xmlns:a="http://schemas.openxmlformats.org/drawingml/2006/main" prst="rect">
            <a:avLst/>
          </a:prstGeom>
          <a:solidFill xmlns:a="http://schemas.openxmlformats.org/drawingml/2006/main">
            <a:srgbClr val="DDE3EA"/>
          </a:solidFill>
        </p:spPr>
      </p:sp>
      <p:sp>
        <p:nvSpPr>
          <p:cNvPr id="43" name="Text 40">
            <a:extLst xmlns:a="http://schemas.openxmlformats.org/drawingml/2006/main">
              <a:ext uri="{FF2B5EF4-FFF2-40B4-BE49-F238E27FC236}">
                <a16:creationId xmlns:a16="http://schemas.microsoft.com/office/drawing/2014/main" id="{FFEE536C-D8C7-43FE-90A5-DB64CA61F48F}"/>
              </a:ext>
            </a:extLst>
          </p:cNvPr>
          <p:cNvSpPr>
            <a:spLocks xmlns:a="http://schemas.openxmlformats.org/drawingml/2006/main" noGrp="1"/>
          </p:cNvSpPr>
          <p:nvPr/>
        </p:nvSpPr>
        <p:spPr>
          <a:xfrm xmlns:a="http://schemas.openxmlformats.org/drawingml/2006/main">
            <a:off x="6172200" y="5029200"/>
            <a:ext cx="7772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E63A1A"/>
                </a:solidFill>
                <a:latin typeface="Arial"/>
                <a:ea typeface="Arial"/>
                <a:cs typeface="Arial"/>
              </a:rPr>
              <a:t>08</a:t>
            </a:r>
            <a:endParaRPr sz="2600"/>
          </a:p>
        </p:txBody>
      </p:sp>
      <p:sp>
        <p:nvSpPr>
          <p:cNvPr id="44" name="Text 41">
            <a:extLst xmlns:a="http://schemas.openxmlformats.org/drawingml/2006/main">
              <a:ext uri="{FF2B5EF4-FFF2-40B4-BE49-F238E27FC236}">
                <a16:creationId xmlns:a16="http://schemas.microsoft.com/office/drawing/2014/main" id="{0E8AF3C5-A700-4A96-BB86-02E0F185CFC5}"/>
              </a:ext>
            </a:extLst>
          </p:cNvPr>
          <p:cNvSpPr>
            <a:spLocks xmlns:a="http://schemas.openxmlformats.org/drawingml/2006/main" noGrp="1"/>
          </p:cNvSpPr>
          <p:nvPr/>
        </p:nvSpPr>
        <p:spPr>
          <a:xfrm xmlns:a="http://schemas.openxmlformats.org/drawingml/2006/main">
            <a:off x="6949440" y="5010912"/>
            <a:ext cx="45262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10151E"/>
                </a:solidFill>
                <a:latin typeface="맑은 고딕"/>
                <a:ea typeface="맑은 고딕"/>
                <a:cs typeface="맑은 고딕"/>
              </a:rPr>
              <a:t>자체 평가 의견</a:t>
            </a:r>
            <a:endParaRPr sz="1450"/>
          </a:p>
        </p:txBody>
      </p:sp>
      <p:sp>
        <p:nvSpPr>
          <p:cNvPr id="45" name="Text 42">
            <a:extLst xmlns:a="http://schemas.openxmlformats.org/drawingml/2006/main">
              <a:ext uri="{FF2B5EF4-FFF2-40B4-BE49-F238E27FC236}">
                <a16:creationId xmlns:a16="http://schemas.microsoft.com/office/drawing/2014/main" id="{1929ADA8-2129-4105-9BC5-4FDE5C9E0227}"/>
              </a:ext>
            </a:extLst>
          </p:cNvPr>
          <p:cNvSpPr>
            <a:spLocks xmlns:a="http://schemas.openxmlformats.org/drawingml/2006/main" noGrp="1"/>
          </p:cNvSpPr>
          <p:nvPr/>
        </p:nvSpPr>
        <p:spPr>
          <a:xfrm xmlns:a="http://schemas.openxmlformats.org/drawingml/2006/main">
            <a:off x="6949440" y="5321808"/>
            <a:ext cx="4526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달성도·완성도·개선점</a:t>
            </a:r>
            <a:endParaRPr sz="1050"/>
          </a:p>
        </p:txBody>
      </p:sp>
      <p:sp>
        <p:nvSpPr>
          <p:cNvPr id="46" name="Text 43">
            <a:extLst xmlns:a="http://schemas.openxmlformats.org/drawingml/2006/main">
              <a:ext uri="{FF2B5EF4-FFF2-40B4-BE49-F238E27FC236}">
                <a16:creationId xmlns:a16="http://schemas.microsoft.com/office/drawing/2014/main" id="{D9E5FC35-36E7-4C4B-B663-371D437CD40A}"/>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47" name="Text 44">
            <a:extLst xmlns:a="http://schemas.openxmlformats.org/drawingml/2006/main">
              <a:ext uri="{FF2B5EF4-FFF2-40B4-BE49-F238E27FC236}">
                <a16:creationId xmlns:a16="http://schemas.microsoft.com/office/drawing/2014/main" id="{131BAAB5-21F1-4780-8E86-12FDEB4DBCA9}"/>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02</a:t>
            </a:r>
            <a:endParaRPr sz="900"/>
          </a:p>
        </p:txBody>
      </p:sp>
    </p:spTree>
    <p:extLst>
      <p:ext uri="{BB962C8B-B14F-4D97-AF65-F5344CB8AC3E}">
        <p14:creationId xmlns:p14="http://schemas.microsoft.com/office/powerpoint/2010/main" val="1337701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2AE3C45-A119-4909-935E-BBB36137AEC4}"/>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6C07AE6C-7230-442A-AB72-7C1D95F66C03}"/>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FA814C9B-B307-4439-A225-BEBCC60B65A9}"/>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FDDDC81E-B20D-416F-972F-AB8C35C9A5E4}"/>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1E973F4B-11F1-40DA-B503-A068CEB5A3FF}"/>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C319BE72-065A-417E-8AB8-74970C271A8F}"/>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BBA4064E-29FE-4E70-B643-6F139B21BA7D}"/>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6AF8552F-F4F1-4996-B113-E2A1FF7C9F65}"/>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f71ea5be9b89438c"/>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E6350A94-8094-4C8C-9C57-88CB42256A0E}"/>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F507441A-2949-48DF-A446-26890DCE35CE}"/>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138D4770-861E-4CC7-BBF5-8B0D209170EE}"/>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a:t>
            </a:r>
            <a:endParaRPr sz="1200"/>
          </a:p>
        </p:txBody>
      </p:sp>
      <p:sp>
        <p:nvSpPr>
          <p:cNvPr id="14" name="Text 11">
            <a:extLst xmlns:a="http://schemas.openxmlformats.org/drawingml/2006/main">
              <a:ext uri="{FF2B5EF4-FFF2-40B4-BE49-F238E27FC236}">
                <a16:creationId xmlns:a16="http://schemas.microsoft.com/office/drawing/2014/main" id="{CA8EA20B-068F-45B3-BCB6-DBB9B94B2019}"/>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신청부터 만족도 통계까지 하나의 데이터 흐름으로</a:t>
            </a:r>
            <a:endParaRPr sz="2500"/>
          </a:p>
        </p:txBody>
      </p:sp>
      <p:sp>
        <p:nvSpPr>
          <p:cNvPr id="15" name="Text 12">
            <a:extLst xmlns:a="http://schemas.openxmlformats.org/drawingml/2006/main">
              <a:ext uri="{FF2B5EF4-FFF2-40B4-BE49-F238E27FC236}">
                <a16:creationId xmlns:a16="http://schemas.microsoft.com/office/drawing/2014/main" id="{D7B093F5-B8AD-452A-85B1-D65D973C8802}"/>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605276CB-0570-497A-96C9-A1781ADB63F4}"/>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03</a:t>
            </a:r>
            <a:endParaRPr sz="900"/>
          </a:p>
        </p:txBody>
      </p:sp>
      <p:sp>
        <p:nvSpPr>
          <p:cNvPr id="17" name="Text 14">
            <a:extLst xmlns:a="http://schemas.openxmlformats.org/drawingml/2006/main">
              <a:ext uri="{FF2B5EF4-FFF2-40B4-BE49-F238E27FC236}">
                <a16:creationId xmlns:a16="http://schemas.microsoft.com/office/drawing/2014/main" id="{840619AA-FC54-4B78-8AD4-8BFAFBF878B6}"/>
              </a:ext>
            </a:extLst>
          </p:cNvPr>
          <p:cNvSpPr>
            <a:spLocks xmlns:a="http://schemas.openxmlformats.org/drawingml/2006/main" noGrp="1"/>
          </p:cNvSpPr>
          <p:nvPr/>
        </p:nvSpPr>
        <p:spPr>
          <a:xfrm xmlns:a="http://schemas.openxmlformats.org/drawingml/2006/main">
            <a:off x="502920" y="1600200"/>
            <a:ext cx="10515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300">
                <a:solidFill>
                  <a:srgbClr val="5D6A7C"/>
                </a:solidFill>
                <a:latin typeface="맑은 고딕"/>
                <a:ea typeface="맑은 고딕"/>
                <a:cs typeface="맑은 고딕"/>
              </a:rPr>
              <a:t>Schedule은 냉난방기기 AS 업무를 고객, 관리자, 기사가 함께 처리하는 웹 시스템입니다. 신청, 기사 배정, 방문 결과, 고객 만족도를 하나의 서비스와 데이터베이스에서 연결했습니다.</a:t>
            </a:r>
            <a:endParaRPr sz="1300"/>
          </a:p>
        </p:txBody>
      </p:sp>
      <p:sp>
        <p:nvSpPr>
          <p:cNvPr id="18" name="Shape 15">
            <a:extLst xmlns:a="http://schemas.openxmlformats.org/drawingml/2006/main">
              <a:ext uri="{FF2B5EF4-FFF2-40B4-BE49-F238E27FC236}">
                <a16:creationId xmlns:a16="http://schemas.microsoft.com/office/drawing/2014/main" id="{0C855969-5E37-459E-A0C8-C549B6AF98E5}"/>
              </a:ext>
            </a:extLst>
          </p:cNvPr>
          <p:cNvSpPr>
            <a:spLocks xmlns:a="http://schemas.openxmlformats.org/drawingml/2006/main" noGrp="1"/>
          </p:cNvSpPr>
          <p:nvPr/>
        </p:nvSpPr>
        <p:spPr>
          <a:xfrm xmlns:a="http://schemas.openxmlformats.org/drawingml/2006/main">
            <a:off x="502920"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9" name="Shape 16">
            <a:extLst xmlns:a="http://schemas.openxmlformats.org/drawingml/2006/main">
              <a:ext uri="{FF2B5EF4-FFF2-40B4-BE49-F238E27FC236}">
                <a16:creationId xmlns:a16="http://schemas.microsoft.com/office/drawing/2014/main" id="{A48F8EC4-EE66-420D-AB0F-59431F4F46F6}"/>
              </a:ext>
            </a:extLst>
          </p:cNvPr>
          <p:cNvSpPr>
            <a:spLocks xmlns:a="http://schemas.openxmlformats.org/drawingml/2006/main" noGrp="1"/>
          </p:cNvSpPr>
          <p:nvPr/>
        </p:nvSpPr>
        <p:spPr>
          <a:xfrm xmlns:a="http://schemas.openxmlformats.org/drawingml/2006/main">
            <a:off x="676656" y="2505456"/>
            <a:ext cx="566928" cy="566928"/>
          </a:xfrm>
          <a:prstGeom xmlns:a="http://schemas.openxmlformats.org/drawingml/2006/main" prst="ellipse">
            <a:avLst/>
          </a:prstGeom>
          <a:solidFill xmlns:a="http://schemas.openxmlformats.org/drawingml/2006/main">
            <a:srgbClr val="2B6BF0">
              <a:alpha val="15000"/>
            </a:srgbClr>
          </a:solidFill>
        </p:spPr>
      </p:sp>
      <p:pic>
        <p:nvPicPr>
          <p:cNvPr id="81" name="Image 1"/>
          <p:cNvPicPr>
            <a:picLocks xmlns:a="http://schemas.openxmlformats.org/drawingml/2006/main" noChangeAspect="1"/>
          </p:cNvPicPr>
          <p:nvPr/>
        </p:nvPicPr>
        <p:blipFill>
          <a:blip xmlns:r="http://schemas.openxmlformats.org/officeDocument/2006/relationships" xmlns:a="http://schemas.openxmlformats.org/drawingml/2006/main" r:embed="R9515bb091acf4679"/>
          <a:stretch xmlns:a="http://schemas.openxmlformats.org/drawingml/2006/main">
            <a:fillRect l="0" t="0" r="0" b="0"/>
          </a:stretch>
        </p:blipFill>
        <p:spPr>
          <a:xfrm xmlns:a="http://schemas.openxmlformats.org/drawingml/2006/main">
            <a:off x="818388" y="2647188"/>
            <a:ext cx="283464" cy="283464"/>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84E6A842-EBEF-4003-9A46-31FA02458AC0}"/>
              </a:ext>
            </a:extLst>
          </p:cNvPr>
          <p:cNvSpPr>
            <a:spLocks xmlns:a="http://schemas.openxmlformats.org/drawingml/2006/main" noGrp="1"/>
          </p:cNvSpPr>
          <p:nvPr/>
        </p:nvSpPr>
        <p:spPr>
          <a:xfrm xmlns:a="http://schemas.openxmlformats.org/drawingml/2006/main">
            <a:off x="731520"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팀 구성</a:t>
            </a:r>
            <a:endParaRPr sz="950"/>
          </a:p>
        </p:txBody>
      </p:sp>
      <p:sp>
        <p:nvSpPr>
          <p:cNvPr id="22" name="Text 18">
            <a:extLst xmlns:a="http://schemas.openxmlformats.org/drawingml/2006/main">
              <a:ext uri="{FF2B5EF4-FFF2-40B4-BE49-F238E27FC236}">
                <a16:creationId xmlns:a16="http://schemas.microsoft.com/office/drawing/2014/main" id="{754FF7A6-4D06-4519-8DB1-04AD5AC4BA7B}"/>
              </a:ext>
            </a:extLst>
          </p:cNvPr>
          <p:cNvSpPr>
            <a:spLocks xmlns:a="http://schemas.openxmlformats.org/drawingml/2006/main" noGrp="1"/>
          </p:cNvSpPr>
          <p:nvPr/>
        </p:nvSpPr>
        <p:spPr>
          <a:xfrm xmlns:a="http://schemas.openxmlformats.org/drawingml/2006/main">
            <a:off x="731520"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4명</a:t>
            </a:r>
            <a:endParaRPr sz="1250"/>
          </a:p>
        </p:txBody>
      </p:sp>
      <p:sp>
        <p:nvSpPr>
          <p:cNvPr id="23" name="Shape 19">
            <a:extLst xmlns:a="http://schemas.openxmlformats.org/drawingml/2006/main">
              <a:ext uri="{FF2B5EF4-FFF2-40B4-BE49-F238E27FC236}">
                <a16:creationId xmlns:a16="http://schemas.microsoft.com/office/drawing/2014/main" id="{A05FA056-7A5E-445C-BD9F-20D4F9C70856}"/>
              </a:ext>
            </a:extLst>
          </p:cNvPr>
          <p:cNvSpPr>
            <a:spLocks xmlns:a="http://schemas.openxmlformats.org/drawingml/2006/main" noGrp="1"/>
          </p:cNvSpPr>
          <p:nvPr/>
        </p:nvSpPr>
        <p:spPr>
          <a:xfrm xmlns:a="http://schemas.openxmlformats.org/drawingml/2006/main">
            <a:off x="3191256"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4" name="Shape 20">
            <a:extLst xmlns:a="http://schemas.openxmlformats.org/drawingml/2006/main">
              <a:ext uri="{FF2B5EF4-FFF2-40B4-BE49-F238E27FC236}">
                <a16:creationId xmlns:a16="http://schemas.microsoft.com/office/drawing/2014/main" id="{C1D5C620-31E3-4747-8637-C7A288F0A9E0}"/>
              </a:ext>
            </a:extLst>
          </p:cNvPr>
          <p:cNvSpPr>
            <a:spLocks xmlns:a="http://schemas.openxmlformats.org/drawingml/2006/main" noGrp="1"/>
          </p:cNvSpPr>
          <p:nvPr/>
        </p:nvSpPr>
        <p:spPr>
          <a:xfrm xmlns:a="http://schemas.openxmlformats.org/drawingml/2006/main">
            <a:off x="3364992" y="2505456"/>
            <a:ext cx="566928" cy="566928"/>
          </a:xfrm>
          <a:prstGeom xmlns:a="http://schemas.openxmlformats.org/drawingml/2006/main" prst="ellipse">
            <a:avLst/>
          </a:prstGeom>
          <a:solidFill xmlns:a="http://schemas.openxmlformats.org/drawingml/2006/main">
            <a:srgbClr val="1FBBD1">
              <a:alpha val="15000"/>
            </a:srgbClr>
          </a:solidFill>
        </p:spPr>
      </p:sp>
      <p:pic>
        <p:nvPicPr>
          <p:cNvPr id="86" name="Image 2"/>
          <p:cNvPicPr>
            <a:picLocks xmlns:a="http://schemas.openxmlformats.org/drawingml/2006/main" noChangeAspect="1"/>
          </p:cNvPicPr>
          <p:nvPr/>
        </p:nvPicPr>
        <p:blipFill>
          <a:blip xmlns:r="http://schemas.openxmlformats.org/officeDocument/2006/relationships" xmlns:a="http://schemas.openxmlformats.org/drawingml/2006/main" r:embed="R045a89e573664ef8"/>
          <a:stretch xmlns:a="http://schemas.openxmlformats.org/drawingml/2006/main">
            <a:fillRect l="0" t="0" r="0" b="0"/>
          </a:stretch>
        </p:blipFill>
        <p:spPr>
          <a:xfrm xmlns:a="http://schemas.openxmlformats.org/drawingml/2006/main">
            <a:off x="3506724" y="2647188"/>
            <a:ext cx="283464" cy="283464"/>
          </a:xfrm>
          <a:prstGeom xmlns:a="http://schemas.openxmlformats.org/drawingml/2006/main" prst="rect">
            <a:avLst/>
          </a:prstGeom>
        </p:spPr>
      </p:pic>
      <p:sp>
        <p:nvSpPr>
          <p:cNvPr id="26" name="Text 21">
            <a:extLst xmlns:a="http://schemas.openxmlformats.org/drawingml/2006/main">
              <a:ext uri="{FF2B5EF4-FFF2-40B4-BE49-F238E27FC236}">
                <a16:creationId xmlns:a16="http://schemas.microsoft.com/office/drawing/2014/main" id="{96C430A9-0329-4739-B20C-1412A2C7DD54}"/>
              </a:ext>
            </a:extLst>
          </p:cNvPr>
          <p:cNvSpPr>
            <a:spLocks xmlns:a="http://schemas.openxmlformats.org/drawingml/2006/main" noGrp="1"/>
          </p:cNvSpPr>
          <p:nvPr/>
        </p:nvSpPr>
        <p:spPr>
          <a:xfrm xmlns:a="http://schemas.openxmlformats.org/drawingml/2006/main">
            <a:off x="3419856"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개발 기간</a:t>
            </a:r>
            <a:endParaRPr sz="950"/>
          </a:p>
        </p:txBody>
      </p:sp>
      <p:sp>
        <p:nvSpPr>
          <p:cNvPr id="27" name="Text 22">
            <a:extLst xmlns:a="http://schemas.openxmlformats.org/drawingml/2006/main">
              <a:ext uri="{FF2B5EF4-FFF2-40B4-BE49-F238E27FC236}">
                <a16:creationId xmlns:a16="http://schemas.microsoft.com/office/drawing/2014/main" id="{2490C854-B2E7-455F-AD62-B0E84800579A}"/>
              </a:ext>
            </a:extLst>
          </p:cNvPr>
          <p:cNvSpPr>
            <a:spLocks xmlns:a="http://schemas.openxmlformats.org/drawingml/2006/main" noGrp="1"/>
          </p:cNvSpPr>
          <p:nvPr/>
        </p:nvSpPr>
        <p:spPr>
          <a:xfrm xmlns:a="http://schemas.openxmlformats.org/drawingml/2006/main">
            <a:off x="3419856"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2026.09.08 ~ 09.15</a:t>
            </a:r>
            <a:endParaRPr sz="1250"/>
          </a:p>
        </p:txBody>
      </p:sp>
      <p:sp>
        <p:nvSpPr>
          <p:cNvPr id="28" name="Shape 23">
            <a:extLst xmlns:a="http://schemas.openxmlformats.org/drawingml/2006/main">
              <a:ext uri="{FF2B5EF4-FFF2-40B4-BE49-F238E27FC236}">
                <a16:creationId xmlns:a16="http://schemas.microsoft.com/office/drawing/2014/main" id="{674D2F5C-E3A0-4457-8022-335A8E3F02F3}"/>
              </a:ext>
            </a:extLst>
          </p:cNvPr>
          <p:cNvSpPr>
            <a:spLocks xmlns:a="http://schemas.openxmlformats.org/drawingml/2006/main" noGrp="1"/>
          </p:cNvSpPr>
          <p:nvPr/>
        </p:nvSpPr>
        <p:spPr>
          <a:xfrm xmlns:a="http://schemas.openxmlformats.org/drawingml/2006/main">
            <a:off x="5879592"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9" name="Shape 24">
            <a:extLst xmlns:a="http://schemas.openxmlformats.org/drawingml/2006/main">
              <a:ext uri="{FF2B5EF4-FFF2-40B4-BE49-F238E27FC236}">
                <a16:creationId xmlns:a16="http://schemas.microsoft.com/office/drawing/2014/main" id="{759E6F0E-6BD5-4E41-A819-9207CB4844DF}"/>
              </a:ext>
            </a:extLst>
          </p:cNvPr>
          <p:cNvSpPr>
            <a:spLocks xmlns:a="http://schemas.openxmlformats.org/drawingml/2006/main" noGrp="1"/>
          </p:cNvSpPr>
          <p:nvPr/>
        </p:nvSpPr>
        <p:spPr>
          <a:xfrm xmlns:a="http://schemas.openxmlformats.org/drawingml/2006/main">
            <a:off x="6053328" y="2505456"/>
            <a:ext cx="566928" cy="566928"/>
          </a:xfrm>
          <a:prstGeom xmlns:a="http://schemas.openxmlformats.org/drawingml/2006/main" prst="ellipse">
            <a:avLst/>
          </a:prstGeom>
          <a:solidFill xmlns:a="http://schemas.openxmlformats.org/drawingml/2006/main">
            <a:srgbClr val="D2C81A">
              <a:alpha val="15000"/>
            </a:srgbClr>
          </a:solidFill>
        </p:spPr>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621b708196c94ef9"/>
          <a:stretch xmlns:a="http://schemas.openxmlformats.org/drawingml/2006/main">
            <a:fillRect l="0" t="0" r="0" b="0"/>
          </a:stretch>
        </p:blipFill>
        <p:spPr>
          <a:xfrm xmlns:a="http://schemas.openxmlformats.org/drawingml/2006/main">
            <a:off x="6195060" y="2647188"/>
            <a:ext cx="283464" cy="283464"/>
          </a:xfrm>
          <a:prstGeom xmlns:a="http://schemas.openxmlformats.org/drawingml/2006/main" prst="rect">
            <a:avLst/>
          </a:prstGeom>
        </p:spPr>
      </p:pic>
      <p:sp>
        <p:nvSpPr>
          <p:cNvPr id="31" name="Text 25">
            <a:extLst xmlns:a="http://schemas.openxmlformats.org/drawingml/2006/main">
              <a:ext uri="{FF2B5EF4-FFF2-40B4-BE49-F238E27FC236}">
                <a16:creationId xmlns:a16="http://schemas.microsoft.com/office/drawing/2014/main" id="{D9A6AFE7-34E9-4BDF-9857-E76B9910C8A1}"/>
              </a:ext>
            </a:extLst>
          </p:cNvPr>
          <p:cNvSpPr>
            <a:spLocks xmlns:a="http://schemas.openxmlformats.org/drawingml/2006/main" noGrp="1"/>
          </p:cNvSpPr>
          <p:nvPr/>
        </p:nvSpPr>
        <p:spPr>
          <a:xfrm xmlns:a="http://schemas.openxmlformats.org/drawingml/2006/main">
            <a:off x="6108192"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기술 스택</a:t>
            </a:r>
            <a:endParaRPr sz="950"/>
          </a:p>
        </p:txBody>
      </p:sp>
      <p:sp>
        <p:nvSpPr>
          <p:cNvPr id="32" name="Text 26">
            <a:extLst xmlns:a="http://schemas.openxmlformats.org/drawingml/2006/main">
              <a:ext uri="{FF2B5EF4-FFF2-40B4-BE49-F238E27FC236}">
                <a16:creationId xmlns:a16="http://schemas.microsoft.com/office/drawing/2014/main" id="{5A31518B-9118-47A0-A1C4-7CE9CF96B81A}"/>
              </a:ext>
            </a:extLst>
          </p:cNvPr>
          <p:cNvSpPr>
            <a:spLocks xmlns:a="http://schemas.openxmlformats.org/drawingml/2006/main" noGrp="1"/>
          </p:cNvSpPr>
          <p:nvPr/>
        </p:nvSpPr>
        <p:spPr>
          <a:xfrm xmlns:a="http://schemas.openxmlformats.org/drawingml/2006/main">
            <a:off x="6108192"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Java · Spring Boot</a:t>
            </a:r>
            <a:endParaRPr sz="1250"/>
          </a:p>
        </p:txBody>
      </p:sp>
      <p:sp>
        <p:nvSpPr>
          <p:cNvPr id="33" name="Shape 27">
            <a:extLst xmlns:a="http://schemas.openxmlformats.org/drawingml/2006/main">
              <a:ext uri="{FF2B5EF4-FFF2-40B4-BE49-F238E27FC236}">
                <a16:creationId xmlns:a16="http://schemas.microsoft.com/office/drawing/2014/main" id="{03F5D250-41B4-45B9-8CF0-AE3708B1C6D3}"/>
              </a:ext>
            </a:extLst>
          </p:cNvPr>
          <p:cNvSpPr>
            <a:spLocks xmlns:a="http://schemas.openxmlformats.org/drawingml/2006/main" noGrp="1"/>
          </p:cNvSpPr>
          <p:nvPr/>
        </p:nvSpPr>
        <p:spPr>
          <a:xfrm xmlns:a="http://schemas.openxmlformats.org/drawingml/2006/main">
            <a:off x="8567928" y="2331720"/>
            <a:ext cx="2487168" cy="1417320"/>
          </a:xfrm>
          <a:prstGeom xmlns:a="http://schemas.openxmlformats.org/drawingml/2006/main" prst="roundRect">
            <a:avLst>
              <a:gd name="adj" fmla="val 516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4" name="Shape 28">
            <a:extLst xmlns:a="http://schemas.openxmlformats.org/drawingml/2006/main">
              <a:ext uri="{FF2B5EF4-FFF2-40B4-BE49-F238E27FC236}">
                <a16:creationId xmlns:a16="http://schemas.microsoft.com/office/drawing/2014/main" id="{7E87BC3D-9334-4268-AE44-BED7DF1BB99F}"/>
              </a:ext>
            </a:extLst>
          </p:cNvPr>
          <p:cNvSpPr>
            <a:spLocks xmlns:a="http://schemas.openxmlformats.org/drawingml/2006/main" noGrp="1"/>
          </p:cNvSpPr>
          <p:nvPr/>
        </p:nvSpPr>
        <p:spPr>
          <a:xfrm xmlns:a="http://schemas.openxmlformats.org/drawingml/2006/main">
            <a:off x="8741664" y="2505456"/>
            <a:ext cx="566928" cy="566928"/>
          </a:xfrm>
          <a:prstGeom xmlns:a="http://schemas.openxmlformats.org/drawingml/2006/main" prst="ellipse">
            <a:avLst/>
          </a:prstGeom>
          <a:solidFill xmlns:a="http://schemas.openxmlformats.org/drawingml/2006/main">
            <a:srgbClr val="FF5A1F">
              <a:alpha val="15000"/>
            </a:srgbClr>
          </a:solidFill>
        </p:spPr>
      </p:sp>
      <p:pic>
        <p:nvPicPr>
          <p:cNvPr id="96" name="Image 4"/>
          <p:cNvPicPr>
            <a:picLocks xmlns:a="http://schemas.openxmlformats.org/drawingml/2006/main" noChangeAspect="1"/>
          </p:cNvPicPr>
          <p:nvPr/>
        </p:nvPicPr>
        <p:blipFill>
          <a:blip xmlns:r="http://schemas.openxmlformats.org/officeDocument/2006/relationships" xmlns:a="http://schemas.openxmlformats.org/drawingml/2006/main" r:embed="Rad35c6e8f94a4f09"/>
          <a:stretch xmlns:a="http://schemas.openxmlformats.org/drawingml/2006/main">
            <a:fillRect l="0" t="0" r="0" b="0"/>
          </a:stretch>
        </p:blipFill>
        <p:spPr>
          <a:xfrm xmlns:a="http://schemas.openxmlformats.org/drawingml/2006/main">
            <a:off x="8883396" y="2647188"/>
            <a:ext cx="283464" cy="283464"/>
          </a:xfrm>
          <a:prstGeom xmlns:a="http://schemas.openxmlformats.org/drawingml/2006/main" prst="rect">
            <a:avLst/>
          </a:prstGeom>
        </p:spPr>
      </p:pic>
      <p:sp>
        <p:nvSpPr>
          <p:cNvPr id="36" name="Text 29">
            <a:extLst xmlns:a="http://schemas.openxmlformats.org/drawingml/2006/main">
              <a:ext uri="{FF2B5EF4-FFF2-40B4-BE49-F238E27FC236}">
                <a16:creationId xmlns:a16="http://schemas.microsoft.com/office/drawing/2014/main" id="{957685DD-8E50-466B-BB4C-F53EE3B96E4E}"/>
              </a:ext>
            </a:extLst>
          </p:cNvPr>
          <p:cNvSpPr>
            <a:spLocks xmlns:a="http://schemas.openxmlformats.org/drawingml/2006/main" noGrp="1"/>
          </p:cNvSpPr>
          <p:nvPr/>
        </p:nvSpPr>
        <p:spPr>
          <a:xfrm xmlns:a="http://schemas.openxmlformats.org/drawingml/2006/main">
            <a:off x="8796528" y="3172968"/>
            <a:ext cx="20299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8E9AAA"/>
                </a:solidFill>
                <a:latin typeface="맑은 고딕"/>
                <a:ea typeface="맑은 고딕"/>
                <a:cs typeface="맑은 고딕"/>
              </a:rPr>
              <a:t>협업 도구</a:t>
            </a:r>
            <a:endParaRPr sz="950"/>
          </a:p>
        </p:txBody>
      </p:sp>
      <p:sp>
        <p:nvSpPr>
          <p:cNvPr id="37" name="Text 30">
            <a:extLst xmlns:a="http://schemas.openxmlformats.org/drawingml/2006/main">
              <a:ext uri="{FF2B5EF4-FFF2-40B4-BE49-F238E27FC236}">
                <a16:creationId xmlns:a16="http://schemas.microsoft.com/office/drawing/2014/main" id="{009F3607-A7F5-4ACF-AA94-A6525D04082C}"/>
              </a:ext>
            </a:extLst>
          </p:cNvPr>
          <p:cNvSpPr>
            <a:spLocks xmlns:a="http://schemas.openxmlformats.org/drawingml/2006/main" noGrp="1"/>
          </p:cNvSpPr>
          <p:nvPr/>
        </p:nvSpPr>
        <p:spPr>
          <a:xfrm xmlns:a="http://schemas.openxmlformats.org/drawingml/2006/main">
            <a:off x="8796528" y="3364992"/>
            <a:ext cx="202996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0151E"/>
                </a:solidFill>
                <a:latin typeface="맑은 고딕"/>
                <a:ea typeface="맑은 고딕"/>
                <a:cs typeface="맑은 고딕"/>
              </a:rPr>
              <a:t>GitHub · 노션</a:t>
            </a:r>
            <a:endParaRPr sz="1250"/>
          </a:p>
        </p:txBody>
      </p:sp>
      <p:sp>
        <p:nvSpPr>
          <p:cNvPr id="38" name="Text 31">
            <a:extLst xmlns:a="http://schemas.openxmlformats.org/drawingml/2006/main">
              <a:ext uri="{FF2B5EF4-FFF2-40B4-BE49-F238E27FC236}">
                <a16:creationId xmlns:a16="http://schemas.microsoft.com/office/drawing/2014/main" id="{17AF1E8F-C2C7-4FC4-8C17-F0535E476C11}"/>
              </a:ext>
            </a:extLst>
          </p:cNvPr>
          <p:cNvSpPr>
            <a:spLocks xmlns:a="http://schemas.openxmlformats.org/drawingml/2006/main" noGrp="1"/>
          </p:cNvSpPr>
          <p:nvPr/>
        </p:nvSpPr>
        <p:spPr>
          <a:xfrm xmlns:a="http://schemas.openxmlformats.org/drawingml/2006/main">
            <a:off x="502920" y="4251960"/>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고객부터 다시 고객에게 돌아오는 처리 흐름</a:t>
            </a:r>
            <a:endParaRPr sz="1200"/>
          </a:p>
        </p:txBody>
      </p:sp>
      <p:sp>
        <p:nvSpPr>
          <p:cNvPr id="39" name="Shape 32">
            <a:extLst xmlns:a="http://schemas.openxmlformats.org/drawingml/2006/main">
              <a:ext uri="{FF2B5EF4-FFF2-40B4-BE49-F238E27FC236}">
                <a16:creationId xmlns:a16="http://schemas.microsoft.com/office/drawing/2014/main" id="{C2F74719-AC25-43ED-83FE-E076A2477611}"/>
              </a:ext>
            </a:extLst>
          </p:cNvPr>
          <p:cNvSpPr>
            <a:spLocks xmlns:a="http://schemas.openxmlformats.org/drawingml/2006/main" noGrp="1"/>
          </p:cNvSpPr>
          <p:nvPr/>
        </p:nvSpPr>
        <p:spPr>
          <a:xfrm xmlns:a="http://schemas.openxmlformats.org/drawingml/2006/main">
            <a:off x="557784" y="4718304"/>
            <a:ext cx="658368" cy="658368"/>
          </a:xfrm>
          <a:prstGeom xmlns:a="http://schemas.openxmlformats.org/drawingml/2006/main" prst="ellipse">
            <a:avLst/>
          </a:prstGeom>
          <a:solidFill xmlns:a="http://schemas.openxmlformats.org/drawingml/2006/main">
            <a:srgbClr val="2B6BF0">
              <a:alpha val="15000"/>
            </a:srgbClr>
          </a:solidFill>
        </p:spPr>
      </p:sp>
      <p:pic>
        <p:nvPicPr>
          <p:cNvPr id="101" name="Image 5"/>
          <p:cNvPicPr>
            <a:picLocks xmlns:a="http://schemas.openxmlformats.org/drawingml/2006/main" noChangeAspect="1"/>
          </p:cNvPicPr>
          <p:nvPr/>
        </p:nvPicPr>
        <p:blipFill>
          <a:blip xmlns:r="http://schemas.openxmlformats.org/officeDocument/2006/relationships" xmlns:a="http://schemas.openxmlformats.org/drawingml/2006/main" r:embed="R177d6b45973347d4"/>
          <a:stretch xmlns:a="http://schemas.openxmlformats.org/drawingml/2006/main">
            <a:fillRect l="0" t="0" r="0" b="0"/>
          </a:stretch>
        </p:blipFill>
        <p:spPr>
          <a:xfrm xmlns:a="http://schemas.openxmlformats.org/drawingml/2006/main">
            <a:off x="722376" y="4882896"/>
            <a:ext cx="329184" cy="329184"/>
          </a:xfrm>
          <a:prstGeom xmlns:a="http://schemas.openxmlformats.org/drawingml/2006/main" prst="rect">
            <a:avLst/>
          </a:prstGeom>
        </p:spPr>
      </p:pic>
      <p:sp>
        <p:nvSpPr>
          <p:cNvPr id="41" name="Text 33">
            <a:extLst xmlns:a="http://schemas.openxmlformats.org/drawingml/2006/main">
              <a:ext uri="{FF2B5EF4-FFF2-40B4-BE49-F238E27FC236}">
                <a16:creationId xmlns:a16="http://schemas.microsoft.com/office/drawing/2014/main" id="{F131F465-B593-4C43-BB50-E7D290AD6A9A}"/>
              </a:ext>
            </a:extLst>
          </p:cNvPr>
          <p:cNvSpPr>
            <a:spLocks xmlns:a="http://schemas.openxmlformats.org/drawingml/2006/main" noGrp="1"/>
          </p:cNvSpPr>
          <p:nvPr/>
        </p:nvSpPr>
        <p:spPr>
          <a:xfrm xmlns:a="http://schemas.openxmlformats.org/drawingml/2006/main">
            <a:off x="50292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고객 신청</a:t>
            </a:r>
            <a:endParaRPr sz="1150"/>
          </a:p>
        </p:txBody>
      </p:sp>
      <p:sp>
        <p:nvSpPr>
          <p:cNvPr id="42" name="Text 34">
            <a:extLst xmlns:a="http://schemas.openxmlformats.org/drawingml/2006/main">
              <a:ext uri="{FF2B5EF4-FFF2-40B4-BE49-F238E27FC236}">
                <a16:creationId xmlns:a16="http://schemas.microsoft.com/office/drawing/2014/main" id="{DE085545-232B-40C7-A06D-483C53F50736}"/>
              </a:ext>
            </a:extLst>
          </p:cNvPr>
          <p:cNvSpPr>
            <a:spLocks xmlns:a="http://schemas.openxmlformats.org/drawingml/2006/main" noGrp="1"/>
          </p:cNvSpPr>
          <p:nvPr/>
        </p:nvSpPr>
        <p:spPr>
          <a:xfrm xmlns:a="http://schemas.openxmlformats.org/drawingml/2006/main">
            <a:off x="288036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43" name="Shape 35">
            <a:extLst xmlns:a="http://schemas.openxmlformats.org/drawingml/2006/main">
              <a:ext uri="{FF2B5EF4-FFF2-40B4-BE49-F238E27FC236}">
                <a16:creationId xmlns:a16="http://schemas.microsoft.com/office/drawing/2014/main" id="{A3C45211-1E2B-4D42-84BA-3C996A851E7B}"/>
              </a:ext>
            </a:extLst>
          </p:cNvPr>
          <p:cNvSpPr>
            <a:spLocks xmlns:a="http://schemas.openxmlformats.org/drawingml/2006/main" noGrp="1"/>
          </p:cNvSpPr>
          <p:nvPr/>
        </p:nvSpPr>
        <p:spPr>
          <a:xfrm xmlns:a="http://schemas.openxmlformats.org/drawingml/2006/main">
            <a:off x="3392424" y="4718304"/>
            <a:ext cx="658368" cy="658368"/>
          </a:xfrm>
          <a:prstGeom xmlns:a="http://schemas.openxmlformats.org/drawingml/2006/main" prst="ellipse">
            <a:avLst/>
          </a:prstGeom>
          <a:solidFill xmlns:a="http://schemas.openxmlformats.org/drawingml/2006/main">
            <a:srgbClr val="1FBBD1">
              <a:alpha val="15000"/>
            </a:srgbClr>
          </a:solidFill>
        </p:spPr>
      </p:sp>
      <p:pic>
        <p:nvPicPr>
          <p:cNvPr id="105" name="Image 6"/>
          <p:cNvPicPr>
            <a:picLocks xmlns:a="http://schemas.openxmlformats.org/drawingml/2006/main" noChangeAspect="1"/>
          </p:cNvPicPr>
          <p:nvPr/>
        </p:nvPicPr>
        <p:blipFill>
          <a:blip xmlns:r="http://schemas.openxmlformats.org/officeDocument/2006/relationships" xmlns:a="http://schemas.openxmlformats.org/drawingml/2006/main" r:embed="R09ba30ed8ffc444b"/>
          <a:stretch xmlns:a="http://schemas.openxmlformats.org/drawingml/2006/main">
            <a:fillRect l="0" t="0" r="0" b="0"/>
          </a:stretch>
        </p:blipFill>
        <p:spPr>
          <a:xfrm xmlns:a="http://schemas.openxmlformats.org/drawingml/2006/main">
            <a:off x="3557016" y="4882896"/>
            <a:ext cx="329184" cy="329184"/>
          </a:xfrm>
          <a:prstGeom xmlns:a="http://schemas.openxmlformats.org/drawingml/2006/main" prst="rect">
            <a:avLst/>
          </a:prstGeom>
        </p:spPr>
      </p:pic>
      <p:sp>
        <p:nvSpPr>
          <p:cNvPr id="45" name="Text 36">
            <a:extLst xmlns:a="http://schemas.openxmlformats.org/drawingml/2006/main">
              <a:ext uri="{FF2B5EF4-FFF2-40B4-BE49-F238E27FC236}">
                <a16:creationId xmlns:a16="http://schemas.microsoft.com/office/drawing/2014/main" id="{BA04D043-D0A7-4513-9CB2-545906CDA131}"/>
              </a:ext>
            </a:extLst>
          </p:cNvPr>
          <p:cNvSpPr>
            <a:spLocks xmlns:a="http://schemas.openxmlformats.org/drawingml/2006/main" noGrp="1"/>
          </p:cNvSpPr>
          <p:nvPr/>
        </p:nvSpPr>
        <p:spPr>
          <a:xfrm xmlns:a="http://schemas.openxmlformats.org/drawingml/2006/main">
            <a:off x="333756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관리자 배정</a:t>
            </a:r>
            <a:endParaRPr sz="1150"/>
          </a:p>
        </p:txBody>
      </p:sp>
      <p:sp>
        <p:nvSpPr>
          <p:cNvPr id="46" name="Text 37">
            <a:extLst xmlns:a="http://schemas.openxmlformats.org/drawingml/2006/main">
              <a:ext uri="{FF2B5EF4-FFF2-40B4-BE49-F238E27FC236}">
                <a16:creationId xmlns:a16="http://schemas.microsoft.com/office/drawing/2014/main" id="{F7882D2E-259D-41BE-98AD-A5E49A94EB02}"/>
              </a:ext>
            </a:extLst>
          </p:cNvPr>
          <p:cNvSpPr>
            <a:spLocks xmlns:a="http://schemas.openxmlformats.org/drawingml/2006/main" noGrp="1"/>
          </p:cNvSpPr>
          <p:nvPr/>
        </p:nvSpPr>
        <p:spPr>
          <a:xfrm xmlns:a="http://schemas.openxmlformats.org/drawingml/2006/main">
            <a:off x="571500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47" name="Shape 38">
            <a:extLst xmlns:a="http://schemas.openxmlformats.org/drawingml/2006/main">
              <a:ext uri="{FF2B5EF4-FFF2-40B4-BE49-F238E27FC236}">
                <a16:creationId xmlns:a16="http://schemas.microsoft.com/office/drawing/2014/main" id="{A0F02E64-A215-4E06-BA57-1E34974CA9C3}"/>
              </a:ext>
            </a:extLst>
          </p:cNvPr>
          <p:cNvSpPr>
            <a:spLocks xmlns:a="http://schemas.openxmlformats.org/drawingml/2006/main" noGrp="1"/>
          </p:cNvSpPr>
          <p:nvPr/>
        </p:nvSpPr>
        <p:spPr>
          <a:xfrm xmlns:a="http://schemas.openxmlformats.org/drawingml/2006/main">
            <a:off x="6227064" y="4718304"/>
            <a:ext cx="658368" cy="658368"/>
          </a:xfrm>
          <a:prstGeom xmlns:a="http://schemas.openxmlformats.org/drawingml/2006/main" prst="ellipse">
            <a:avLst/>
          </a:prstGeom>
          <a:solidFill xmlns:a="http://schemas.openxmlformats.org/drawingml/2006/main">
            <a:srgbClr val="FF5A1F">
              <a:alpha val="15000"/>
            </a:srgbClr>
          </a:solidFill>
        </p:spPr>
      </p:sp>
      <p:pic>
        <p:nvPicPr>
          <p:cNvPr id="109" name="Image 7"/>
          <p:cNvPicPr>
            <a:picLocks xmlns:a="http://schemas.openxmlformats.org/drawingml/2006/main" noChangeAspect="1"/>
          </p:cNvPicPr>
          <p:nvPr/>
        </p:nvPicPr>
        <p:blipFill>
          <a:blip xmlns:r="http://schemas.openxmlformats.org/officeDocument/2006/relationships" xmlns:a="http://schemas.openxmlformats.org/drawingml/2006/main" r:embed="R7ad3ea7ff3244125"/>
          <a:stretch xmlns:a="http://schemas.openxmlformats.org/drawingml/2006/main">
            <a:fillRect l="0" t="0" r="0" b="0"/>
          </a:stretch>
        </p:blipFill>
        <p:spPr>
          <a:xfrm xmlns:a="http://schemas.openxmlformats.org/drawingml/2006/main">
            <a:off x="6391656" y="4882896"/>
            <a:ext cx="329184" cy="329184"/>
          </a:xfrm>
          <a:prstGeom xmlns:a="http://schemas.openxmlformats.org/drawingml/2006/main" prst="rect">
            <a:avLst/>
          </a:prstGeom>
        </p:spPr>
      </p:pic>
      <p:sp>
        <p:nvSpPr>
          <p:cNvPr id="49" name="Text 39">
            <a:extLst xmlns:a="http://schemas.openxmlformats.org/drawingml/2006/main">
              <a:ext uri="{FF2B5EF4-FFF2-40B4-BE49-F238E27FC236}">
                <a16:creationId xmlns:a16="http://schemas.microsoft.com/office/drawing/2014/main" id="{B7AA36D3-D63A-4981-AD5F-7E78FF1F78AA}"/>
              </a:ext>
            </a:extLst>
          </p:cNvPr>
          <p:cNvSpPr>
            <a:spLocks xmlns:a="http://schemas.openxmlformats.org/drawingml/2006/main" noGrp="1"/>
          </p:cNvSpPr>
          <p:nvPr/>
        </p:nvSpPr>
        <p:spPr>
          <a:xfrm xmlns:a="http://schemas.openxmlformats.org/drawingml/2006/main">
            <a:off x="617220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기사 처리·보고</a:t>
            </a:r>
            <a:endParaRPr sz="1150"/>
          </a:p>
        </p:txBody>
      </p:sp>
      <p:sp>
        <p:nvSpPr>
          <p:cNvPr id="50" name="Text 40">
            <a:extLst xmlns:a="http://schemas.openxmlformats.org/drawingml/2006/main">
              <a:ext uri="{FF2B5EF4-FFF2-40B4-BE49-F238E27FC236}">
                <a16:creationId xmlns:a16="http://schemas.microsoft.com/office/drawing/2014/main" id="{4871BB90-8760-4975-83D6-8340FF249C4D}"/>
              </a:ext>
            </a:extLst>
          </p:cNvPr>
          <p:cNvSpPr>
            <a:spLocks xmlns:a="http://schemas.openxmlformats.org/drawingml/2006/main" noGrp="1"/>
          </p:cNvSpPr>
          <p:nvPr/>
        </p:nvSpPr>
        <p:spPr>
          <a:xfrm xmlns:a="http://schemas.openxmlformats.org/drawingml/2006/main">
            <a:off x="8549640" y="4791456"/>
            <a:ext cx="4572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8E9AAA"/>
                </a:solidFill>
                <a:latin typeface="Arial"/>
                <a:ea typeface="Arial"/>
                <a:cs typeface="Arial"/>
              </a:rPr>
              <a:t>›</a:t>
            </a:r>
            <a:endParaRPr sz="3000"/>
          </a:p>
        </p:txBody>
      </p:sp>
      <p:sp>
        <p:nvSpPr>
          <p:cNvPr id="51" name="Shape 41">
            <a:extLst xmlns:a="http://schemas.openxmlformats.org/drawingml/2006/main">
              <a:ext uri="{FF2B5EF4-FFF2-40B4-BE49-F238E27FC236}">
                <a16:creationId xmlns:a16="http://schemas.microsoft.com/office/drawing/2014/main" id="{51A45EBF-8E74-4D93-ABED-E16DC81286B9}"/>
              </a:ext>
            </a:extLst>
          </p:cNvPr>
          <p:cNvSpPr>
            <a:spLocks xmlns:a="http://schemas.openxmlformats.org/drawingml/2006/main" noGrp="1"/>
          </p:cNvSpPr>
          <p:nvPr/>
        </p:nvSpPr>
        <p:spPr>
          <a:xfrm xmlns:a="http://schemas.openxmlformats.org/drawingml/2006/main">
            <a:off x="9061704" y="4718304"/>
            <a:ext cx="658368" cy="658368"/>
          </a:xfrm>
          <a:prstGeom xmlns:a="http://schemas.openxmlformats.org/drawingml/2006/main" prst="ellipse">
            <a:avLst/>
          </a:prstGeom>
          <a:solidFill xmlns:a="http://schemas.openxmlformats.org/drawingml/2006/main">
            <a:srgbClr val="3CC98A">
              <a:alpha val="15000"/>
            </a:srgbClr>
          </a:solidFill>
        </p:spPr>
      </p:sp>
      <p:pic>
        <p:nvPicPr>
          <p:cNvPr id="113" name="Image 8"/>
          <p:cNvPicPr>
            <a:picLocks xmlns:a="http://schemas.openxmlformats.org/drawingml/2006/main" noChangeAspect="1"/>
          </p:cNvPicPr>
          <p:nvPr/>
        </p:nvPicPr>
        <p:blipFill>
          <a:blip xmlns:r="http://schemas.openxmlformats.org/officeDocument/2006/relationships" xmlns:a="http://schemas.openxmlformats.org/drawingml/2006/main" r:embed="R3d1fb1bc6ba94993"/>
          <a:stretch xmlns:a="http://schemas.openxmlformats.org/drawingml/2006/main">
            <a:fillRect l="0" t="0" r="0" b="0"/>
          </a:stretch>
        </p:blipFill>
        <p:spPr>
          <a:xfrm xmlns:a="http://schemas.openxmlformats.org/drawingml/2006/main">
            <a:off x="9226296" y="4882896"/>
            <a:ext cx="329184" cy="329184"/>
          </a:xfrm>
          <a:prstGeom xmlns:a="http://schemas.openxmlformats.org/drawingml/2006/main" prst="rect">
            <a:avLst/>
          </a:prstGeom>
        </p:spPr>
      </p:pic>
      <p:sp>
        <p:nvSpPr>
          <p:cNvPr id="53" name="Text 42">
            <a:extLst xmlns:a="http://schemas.openxmlformats.org/drawingml/2006/main">
              <a:ext uri="{FF2B5EF4-FFF2-40B4-BE49-F238E27FC236}">
                <a16:creationId xmlns:a16="http://schemas.microsoft.com/office/drawing/2014/main" id="{060C4D5D-0B60-4424-A2D8-164D97AF04FA}"/>
              </a:ext>
            </a:extLst>
          </p:cNvPr>
          <p:cNvSpPr>
            <a:spLocks xmlns:a="http://schemas.openxmlformats.org/drawingml/2006/main" noGrp="1"/>
          </p:cNvSpPr>
          <p:nvPr/>
        </p:nvSpPr>
        <p:spPr>
          <a:xfrm xmlns:a="http://schemas.openxmlformats.org/drawingml/2006/main">
            <a:off x="9006840" y="5440680"/>
            <a:ext cx="2606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10151E"/>
                </a:solidFill>
                <a:latin typeface="맑은 고딕"/>
                <a:ea typeface="맑은 고딕"/>
                <a:cs typeface="맑은 고딕"/>
              </a:rPr>
              <a:t>SMS 설문·통계</a:t>
            </a:r>
            <a:endParaRPr sz="1150"/>
          </a:p>
        </p:txBody>
      </p:sp>
    </p:spTree>
    <p:extLst>
      <p:ext uri="{BB962C8B-B14F-4D97-AF65-F5344CB8AC3E}">
        <p14:creationId xmlns:p14="http://schemas.microsoft.com/office/powerpoint/2010/main" val="17571070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771387D-2518-43D3-85FD-F4C8E2BFEAE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81D329F0-F68E-4F8C-8E4F-D0E8497D0B43}"/>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8ADCB4E9-7E5F-43AB-8856-C5F911109EA6}"/>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FD35A54F-86E1-463A-BC34-42702986D248}"/>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8CD46D22-3F2B-45CA-BAAB-EC34278950D8}"/>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199E760A-EE32-41A2-81DD-578BF6E012EF}"/>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08DE06CB-D2CF-4D17-A18E-CF01EDFF90C6}"/>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40F439CD-0C66-4E3A-BFFF-F122F69ED6F5}"/>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80734cf535704f9c"/>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C4BEE990-4A4B-4742-9117-8E765D12C92F}"/>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3B3E6C8E-3590-4C01-839C-6300006BA81D}"/>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4A90F131-D665-4516-A92C-631DCE628C85}"/>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 · 선정 배경과 차별점</a:t>
            </a:r>
            <a:endParaRPr sz="1200"/>
          </a:p>
        </p:txBody>
      </p:sp>
      <p:sp>
        <p:nvSpPr>
          <p:cNvPr id="14" name="Text 11">
            <a:extLst xmlns:a="http://schemas.openxmlformats.org/drawingml/2006/main">
              <a:ext uri="{FF2B5EF4-FFF2-40B4-BE49-F238E27FC236}">
                <a16:creationId xmlns:a16="http://schemas.microsoft.com/office/drawing/2014/main" id="{C2CC995E-445D-4314-960B-7B2C70AED1E9}"/>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전화와 메모로 흩어진 AS 업무를 역할별 화면으로 연결</a:t>
            </a:r>
            <a:endParaRPr sz="2500"/>
          </a:p>
        </p:txBody>
      </p:sp>
      <p:sp>
        <p:nvSpPr>
          <p:cNvPr id="15" name="Text 12">
            <a:extLst xmlns:a="http://schemas.openxmlformats.org/drawingml/2006/main">
              <a:ext uri="{FF2B5EF4-FFF2-40B4-BE49-F238E27FC236}">
                <a16:creationId xmlns:a16="http://schemas.microsoft.com/office/drawing/2014/main" id="{CE6FD994-B3AA-4EEF-AEF7-A3BD4FF3F24A}"/>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BBC51D98-90C1-489B-A9C1-2E538069145E}"/>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04</a:t>
            </a:r>
            <a:endParaRPr sz="900"/>
          </a:p>
        </p:txBody>
      </p:sp>
      <p:sp>
        <p:nvSpPr>
          <p:cNvPr id="17" name="Shape 14">
            <a:extLst xmlns:a="http://schemas.openxmlformats.org/drawingml/2006/main">
              <a:ext uri="{FF2B5EF4-FFF2-40B4-BE49-F238E27FC236}">
                <a16:creationId xmlns:a16="http://schemas.microsoft.com/office/drawing/2014/main" id="{BFD284B1-B768-4F57-A9E1-DE93B18CA5C1}"/>
              </a:ext>
            </a:extLst>
          </p:cNvPr>
          <p:cNvSpPr>
            <a:spLocks xmlns:a="http://schemas.openxmlformats.org/drawingml/2006/main" noGrp="1"/>
          </p:cNvSpPr>
          <p:nvPr/>
        </p:nvSpPr>
        <p:spPr>
          <a:xfrm xmlns:a="http://schemas.openxmlformats.org/drawingml/2006/main">
            <a:off x="502920" y="1691640"/>
            <a:ext cx="5120640" cy="4160520"/>
          </a:xfrm>
          <a:prstGeom xmlns:a="http://schemas.openxmlformats.org/drawingml/2006/main" prst="roundRect">
            <a:avLst>
              <a:gd name="adj" fmla="val 1758"/>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6804947B-E020-46CB-BCAF-9A8674C6547D}"/>
              </a:ext>
            </a:extLst>
          </p:cNvPr>
          <p:cNvSpPr>
            <a:spLocks xmlns:a="http://schemas.openxmlformats.org/drawingml/2006/main" noGrp="1"/>
          </p:cNvSpPr>
          <p:nvPr/>
        </p:nvSpPr>
        <p:spPr>
          <a:xfrm xmlns:a="http://schemas.openxmlformats.org/drawingml/2006/main">
            <a:off x="731520" y="1874520"/>
            <a:ext cx="548640" cy="548640"/>
          </a:xfrm>
          <a:prstGeom xmlns:a="http://schemas.openxmlformats.org/drawingml/2006/main" prst="ellipse">
            <a:avLst/>
          </a:prstGeom>
          <a:solidFill xmlns:a="http://schemas.openxmlformats.org/drawingml/2006/main">
            <a:srgbClr val="E63A1A">
              <a:alpha val="15000"/>
            </a:srgbClr>
          </a:solidFill>
        </p:spPr>
      </p:sp>
      <p:pic>
        <p:nvPicPr>
          <p:cNvPr id="61" name="Image 1"/>
          <p:cNvPicPr>
            <a:picLocks xmlns:a="http://schemas.openxmlformats.org/drawingml/2006/main" noChangeAspect="1"/>
          </p:cNvPicPr>
          <p:nvPr/>
        </p:nvPicPr>
        <p:blipFill>
          <a:blip xmlns:r="http://schemas.openxmlformats.org/officeDocument/2006/relationships" xmlns:a="http://schemas.openxmlformats.org/drawingml/2006/main" r:embed="R90eb81f74aba47e8"/>
          <a:stretch xmlns:a="http://schemas.openxmlformats.org/drawingml/2006/main">
            <a:fillRect l="0" t="0" r="0" b="0"/>
          </a:stretch>
        </p:blipFill>
        <p:spPr>
          <a:xfrm xmlns:a="http://schemas.openxmlformats.org/drawingml/2006/main">
            <a:off x="868680" y="2011680"/>
            <a:ext cx="274320" cy="27432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1C22251A-AB2C-4668-80F3-F271A8C7E49D}"/>
              </a:ext>
            </a:extLst>
          </p:cNvPr>
          <p:cNvSpPr>
            <a:spLocks xmlns:a="http://schemas.openxmlformats.org/drawingml/2006/main" noGrp="1"/>
          </p:cNvSpPr>
          <p:nvPr/>
        </p:nvSpPr>
        <p:spPr>
          <a:xfrm xmlns:a="http://schemas.openxmlformats.org/drawingml/2006/main">
            <a:off x="137160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0151E"/>
                </a:solidFill>
                <a:latin typeface="맑은 고딕"/>
                <a:ea typeface="맑은 고딕"/>
                <a:cs typeface="맑은 고딕"/>
              </a:rPr>
              <a:t>기존 방식의 문제</a:t>
            </a:r>
            <a:endParaRPr sz="1500"/>
          </a:p>
        </p:txBody>
      </p:sp>
      <p:sp>
        <p:nvSpPr>
          <p:cNvPr id="21" name="Shape 17">
            <a:extLst xmlns:a="http://schemas.openxmlformats.org/drawingml/2006/main">
              <a:ext uri="{FF2B5EF4-FFF2-40B4-BE49-F238E27FC236}">
                <a16:creationId xmlns:a16="http://schemas.microsoft.com/office/drawing/2014/main" id="{F0460A75-4BF7-4D7E-B5DC-5BA2F402B0BE}"/>
              </a:ext>
            </a:extLst>
          </p:cNvPr>
          <p:cNvSpPr>
            <a:spLocks xmlns:a="http://schemas.openxmlformats.org/drawingml/2006/main" noGrp="1"/>
          </p:cNvSpPr>
          <p:nvPr/>
        </p:nvSpPr>
        <p:spPr>
          <a:xfrm xmlns:a="http://schemas.openxmlformats.org/drawingml/2006/main">
            <a:off x="822960" y="2816352"/>
            <a:ext cx="73152" cy="73152"/>
          </a:xfrm>
          <a:prstGeom xmlns:a="http://schemas.openxmlformats.org/drawingml/2006/main" prst="ellipse">
            <a:avLst/>
          </a:prstGeom>
          <a:solidFill xmlns:a="http://schemas.openxmlformats.org/drawingml/2006/main">
            <a:srgbClr val="E63A1A"/>
          </a:solidFill>
        </p:spPr>
      </p:sp>
      <p:sp>
        <p:nvSpPr>
          <p:cNvPr id="22" name="Text 18">
            <a:extLst xmlns:a="http://schemas.openxmlformats.org/drawingml/2006/main">
              <a:ext uri="{FF2B5EF4-FFF2-40B4-BE49-F238E27FC236}">
                <a16:creationId xmlns:a16="http://schemas.microsoft.com/office/drawing/2014/main" id="{893D3A94-8AF3-425F-AA38-BFD2458F4A5A}"/>
              </a:ext>
            </a:extLst>
          </p:cNvPr>
          <p:cNvSpPr>
            <a:spLocks xmlns:a="http://schemas.openxmlformats.org/drawingml/2006/main" noGrp="1"/>
          </p:cNvSpPr>
          <p:nvPr/>
        </p:nvSpPr>
        <p:spPr>
          <a:xfrm xmlns:a="http://schemas.openxmlformats.org/drawingml/2006/main">
            <a:off x="1051560" y="267004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신청·배정·방문 결과가 서로 다른 채널에 흩어져 처리 이력을 찾기 어려움</a:t>
            </a:r>
            <a:endParaRPr sz="1200"/>
          </a:p>
        </p:txBody>
      </p:sp>
      <p:sp>
        <p:nvSpPr>
          <p:cNvPr id="23" name="Shape 19">
            <a:extLst xmlns:a="http://schemas.openxmlformats.org/drawingml/2006/main">
              <a:ext uri="{FF2B5EF4-FFF2-40B4-BE49-F238E27FC236}">
                <a16:creationId xmlns:a16="http://schemas.microsoft.com/office/drawing/2014/main" id="{1A52EA70-1AB0-4A06-88DD-9EDC484D3770}"/>
              </a:ext>
            </a:extLst>
          </p:cNvPr>
          <p:cNvSpPr>
            <a:spLocks xmlns:a="http://schemas.openxmlformats.org/drawingml/2006/main" noGrp="1"/>
          </p:cNvSpPr>
          <p:nvPr/>
        </p:nvSpPr>
        <p:spPr>
          <a:xfrm xmlns:a="http://schemas.openxmlformats.org/drawingml/2006/main">
            <a:off x="822960" y="3593592"/>
            <a:ext cx="73152" cy="73152"/>
          </a:xfrm>
          <a:prstGeom xmlns:a="http://schemas.openxmlformats.org/drawingml/2006/main" prst="ellipse">
            <a:avLst/>
          </a:prstGeom>
          <a:solidFill xmlns:a="http://schemas.openxmlformats.org/drawingml/2006/main">
            <a:srgbClr val="E63A1A"/>
          </a:solidFill>
        </p:spPr>
      </p:sp>
      <p:sp>
        <p:nvSpPr>
          <p:cNvPr id="24" name="Text 20">
            <a:extLst xmlns:a="http://schemas.openxmlformats.org/drawingml/2006/main">
              <a:ext uri="{FF2B5EF4-FFF2-40B4-BE49-F238E27FC236}">
                <a16:creationId xmlns:a16="http://schemas.microsoft.com/office/drawing/2014/main" id="{BDA7265A-EC70-4F97-A249-9FEA2A14FD61}"/>
              </a:ext>
            </a:extLst>
          </p:cNvPr>
          <p:cNvSpPr>
            <a:spLocks xmlns:a="http://schemas.openxmlformats.org/drawingml/2006/main" noGrp="1"/>
          </p:cNvSpPr>
          <p:nvPr/>
        </p:nvSpPr>
        <p:spPr>
          <a:xfrm xmlns:a="http://schemas.openxmlformats.org/drawingml/2006/main">
            <a:off x="1051560" y="344728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관리자가 기사별 일정과 접수 상태를 동시에 확인하기 어려움</a:t>
            </a:r>
            <a:endParaRPr sz="1200"/>
          </a:p>
        </p:txBody>
      </p:sp>
      <p:sp>
        <p:nvSpPr>
          <p:cNvPr id="25" name="Shape 21">
            <a:extLst xmlns:a="http://schemas.openxmlformats.org/drawingml/2006/main">
              <a:ext uri="{FF2B5EF4-FFF2-40B4-BE49-F238E27FC236}">
                <a16:creationId xmlns:a16="http://schemas.microsoft.com/office/drawing/2014/main" id="{2DB1A556-DBDB-4E6B-996C-2672167DA4D1}"/>
              </a:ext>
            </a:extLst>
          </p:cNvPr>
          <p:cNvSpPr>
            <a:spLocks xmlns:a="http://schemas.openxmlformats.org/drawingml/2006/main" noGrp="1"/>
          </p:cNvSpPr>
          <p:nvPr/>
        </p:nvSpPr>
        <p:spPr>
          <a:xfrm xmlns:a="http://schemas.openxmlformats.org/drawingml/2006/main">
            <a:off x="822960" y="4370832"/>
            <a:ext cx="73152" cy="73152"/>
          </a:xfrm>
          <a:prstGeom xmlns:a="http://schemas.openxmlformats.org/drawingml/2006/main" prst="ellipse">
            <a:avLst/>
          </a:prstGeom>
          <a:solidFill xmlns:a="http://schemas.openxmlformats.org/drawingml/2006/main">
            <a:srgbClr val="E63A1A"/>
          </a:solidFill>
        </p:spPr>
      </p:sp>
      <p:sp>
        <p:nvSpPr>
          <p:cNvPr id="26" name="Text 22">
            <a:extLst xmlns:a="http://schemas.openxmlformats.org/drawingml/2006/main">
              <a:ext uri="{FF2B5EF4-FFF2-40B4-BE49-F238E27FC236}">
                <a16:creationId xmlns:a16="http://schemas.microsoft.com/office/drawing/2014/main" id="{24F8C0FC-41C8-490E-A266-6478F12D4A0D}"/>
              </a:ext>
            </a:extLst>
          </p:cNvPr>
          <p:cNvSpPr>
            <a:spLocks xmlns:a="http://schemas.openxmlformats.org/drawingml/2006/main" noGrp="1"/>
          </p:cNvSpPr>
          <p:nvPr/>
        </p:nvSpPr>
        <p:spPr>
          <a:xfrm xmlns:a="http://schemas.openxmlformats.org/drawingml/2006/main">
            <a:off x="1051560" y="422452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기사는 자신의 오늘 일정과 월간 일정을 별도로 전달받아야 함</a:t>
            </a:r>
            <a:endParaRPr sz="1200"/>
          </a:p>
        </p:txBody>
      </p:sp>
      <p:sp>
        <p:nvSpPr>
          <p:cNvPr id="27" name="Shape 23">
            <a:extLst xmlns:a="http://schemas.openxmlformats.org/drawingml/2006/main">
              <a:ext uri="{FF2B5EF4-FFF2-40B4-BE49-F238E27FC236}">
                <a16:creationId xmlns:a16="http://schemas.microsoft.com/office/drawing/2014/main" id="{A716F476-E54E-463F-913C-A068904A40AB}"/>
              </a:ext>
            </a:extLst>
          </p:cNvPr>
          <p:cNvSpPr>
            <a:spLocks xmlns:a="http://schemas.openxmlformats.org/drawingml/2006/main" noGrp="1"/>
          </p:cNvSpPr>
          <p:nvPr/>
        </p:nvSpPr>
        <p:spPr>
          <a:xfrm xmlns:a="http://schemas.openxmlformats.org/drawingml/2006/main">
            <a:off x="822960" y="5148072"/>
            <a:ext cx="73152" cy="73152"/>
          </a:xfrm>
          <a:prstGeom xmlns:a="http://schemas.openxmlformats.org/drawingml/2006/main" prst="ellipse">
            <a:avLst/>
          </a:prstGeom>
          <a:solidFill xmlns:a="http://schemas.openxmlformats.org/drawingml/2006/main">
            <a:srgbClr val="E63A1A"/>
          </a:solidFill>
        </p:spPr>
      </p:sp>
      <p:sp>
        <p:nvSpPr>
          <p:cNvPr id="28" name="Text 24">
            <a:extLst xmlns:a="http://schemas.openxmlformats.org/drawingml/2006/main">
              <a:ext uri="{FF2B5EF4-FFF2-40B4-BE49-F238E27FC236}">
                <a16:creationId xmlns:a16="http://schemas.microsoft.com/office/drawing/2014/main" id="{E1623F19-4CCA-4B4D-8711-E0FD7AFE6E5D}"/>
              </a:ext>
            </a:extLst>
          </p:cNvPr>
          <p:cNvSpPr>
            <a:spLocks xmlns:a="http://schemas.openxmlformats.org/drawingml/2006/main" noGrp="1"/>
          </p:cNvSpPr>
          <p:nvPr/>
        </p:nvSpPr>
        <p:spPr>
          <a:xfrm xmlns:a="http://schemas.openxmlformats.org/drawingml/2006/main">
            <a:off x="1051560" y="500176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200">
                <a:solidFill>
                  <a:srgbClr val="5D6A7C"/>
                </a:solidFill>
                <a:latin typeface="맑은 고딕"/>
                <a:ea typeface="맑은 고딕"/>
                <a:cs typeface="맑은 고딕"/>
              </a:rPr>
              <a:t>서비스 종료 뒤 고객 피드백이 운영 데이터로 이어지지 않음</a:t>
            </a:r>
            <a:endParaRPr sz="1200"/>
          </a:p>
        </p:txBody>
      </p:sp>
      <p:sp>
        <p:nvSpPr>
          <p:cNvPr id="29" name="Shape 25">
            <a:extLst xmlns:a="http://schemas.openxmlformats.org/drawingml/2006/main">
              <a:ext uri="{FF2B5EF4-FFF2-40B4-BE49-F238E27FC236}">
                <a16:creationId xmlns:a16="http://schemas.microsoft.com/office/drawing/2014/main" id="{CF1EEE3C-19C6-4388-9A60-F3EDF09802CC}"/>
              </a:ext>
            </a:extLst>
          </p:cNvPr>
          <p:cNvSpPr>
            <a:spLocks xmlns:a="http://schemas.openxmlformats.org/drawingml/2006/main" noGrp="1"/>
          </p:cNvSpPr>
          <p:nvPr/>
        </p:nvSpPr>
        <p:spPr>
          <a:xfrm xmlns:a="http://schemas.openxmlformats.org/drawingml/2006/main">
            <a:off x="5897880" y="1691640"/>
            <a:ext cx="5120640" cy="4160520"/>
          </a:xfrm>
          <a:prstGeom xmlns:a="http://schemas.openxmlformats.org/drawingml/2006/main" prst="roundRect">
            <a:avLst>
              <a:gd name="adj" fmla="val 1758"/>
            </a:avLst>
          </a:prstGeom>
          <a:solidFill xmlns:a="http://schemas.openxmlformats.org/drawingml/2006/main">
            <a:srgbClr val="10151E"/>
          </a:solidFill>
          <a:ln xmlns:a="http://schemas.openxmlformats.org/drawingml/2006/main" w="12700">
            <a:solidFill>
              <a:srgbClr val="DDE3EA"/>
            </a:solidFill>
            <a:prstDash val="solid"/>
          </a:ln>
        </p:spPr>
      </p:sp>
      <p:sp>
        <p:nvSpPr>
          <p:cNvPr id="30" name="Shape 26">
            <a:extLst xmlns:a="http://schemas.openxmlformats.org/drawingml/2006/main">
              <a:ext uri="{FF2B5EF4-FFF2-40B4-BE49-F238E27FC236}">
                <a16:creationId xmlns:a16="http://schemas.microsoft.com/office/drawing/2014/main" id="{34868AFF-76B5-40C8-B803-8258F0CCB3F3}"/>
              </a:ext>
            </a:extLst>
          </p:cNvPr>
          <p:cNvSpPr>
            <a:spLocks xmlns:a="http://schemas.openxmlformats.org/drawingml/2006/main" noGrp="1"/>
          </p:cNvSpPr>
          <p:nvPr/>
        </p:nvSpPr>
        <p:spPr>
          <a:xfrm xmlns:a="http://schemas.openxmlformats.org/drawingml/2006/main">
            <a:off x="6126480" y="1874520"/>
            <a:ext cx="548640" cy="548640"/>
          </a:xfrm>
          <a:prstGeom xmlns:a="http://schemas.openxmlformats.org/drawingml/2006/main" prst="ellipse">
            <a:avLst/>
          </a:prstGeom>
          <a:solidFill xmlns:a="http://schemas.openxmlformats.org/drawingml/2006/main">
            <a:srgbClr val="FF5A1F">
              <a:alpha val="15000"/>
            </a:srgbClr>
          </a:solidFill>
        </p:spPr>
      </p:sp>
      <p:pic>
        <p:nvPicPr>
          <p:cNvPr id="73" name="Image 2"/>
          <p:cNvPicPr>
            <a:picLocks xmlns:a="http://schemas.openxmlformats.org/drawingml/2006/main" noChangeAspect="1"/>
          </p:cNvPicPr>
          <p:nvPr/>
        </p:nvPicPr>
        <p:blipFill>
          <a:blip xmlns:r="http://schemas.openxmlformats.org/officeDocument/2006/relationships" xmlns:a="http://schemas.openxmlformats.org/drawingml/2006/main" r:embed="R6f1513f97ea34005"/>
          <a:stretch xmlns:a="http://schemas.openxmlformats.org/drawingml/2006/main">
            <a:fillRect l="0" t="0" r="0" b="0"/>
          </a:stretch>
        </p:blipFill>
        <p:spPr>
          <a:xfrm xmlns:a="http://schemas.openxmlformats.org/drawingml/2006/main">
            <a:off x="6263640" y="2011680"/>
            <a:ext cx="274320" cy="274320"/>
          </a:xfrm>
          <a:prstGeom xmlns:a="http://schemas.openxmlformats.org/drawingml/2006/main" prst="rect">
            <a:avLst/>
          </a:prstGeom>
        </p:spPr>
      </p:pic>
      <p:sp>
        <p:nvSpPr>
          <p:cNvPr id="32" name="Text 27">
            <a:extLst xmlns:a="http://schemas.openxmlformats.org/drawingml/2006/main">
              <a:ext uri="{FF2B5EF4-FFF2-40B4-BE49-F238E27FC236}">
                <a16:creationId xmlns:a16="http://schemas.microsoft.com/office/drawing/2014/main" id="{783950F9-410B-474B-995D-25EC46DC8CAD}"/>
              </a:ext>
            </a:extLst>
          </p:cNvPr>
          <p:cNvSpPr>
            <a:spLocks xmlns:a="http://schemas.openxmlformats.org/drawingml/2006/main" noGrp="1"/>
          </p:cNvSpPr>
          <p:nvPr/>
        </p:nvSpPr>
        <p:spPr>
          <a:xfrm xmlns:a="http://schemas.openxmlformats.org/drawingml/2006/main">
            <a:off x="676656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맑은 고딕"/>
                <a:ea typeface="맑은 고딕"/>
                <a:cs typeface="맑은 고딕"/>
              </a:rPr>
              <a:t>특화 포인트와 차별점</a:t>
            </a:r>
            <a:endParaRPr sz="1500"/>
          </a:p>
        </p:txBody>
      </p:sp>
      <p:sp>
        <p:nvSpPr>
          <p:cNvPr id="33" name="Text 28">
            <a:extLst xmlns:a="http://schemas.openxmlformats.org/drawingml/2006/main">
              <a:ext uri="{FF2B5EF4-FFF2-40B4-BE49-F238E27FC236}">
                <a16:creationId xmlns:a16="http://schemas.microsoft.com/office/drawing/2014/main" id="{72113395-4F30-4732-B6AB-35EFFA10A4CF}"/>
              </a:ext>
            </a:extLst>
          </p:cNvPr>
          <p:cNvSpPr>
            <a:spLocks xmlns:a="http://schemas.openxmlformats.org/drawingml/2006/main" noGrp="1"/>
          </p:cNvSpPr>
          <p:nvPr/>
        </p:nvSpPr>
        <p:spPr>
          <a:xfrm xmlns:a="http://schemas.openxmlformats.org/drawingml/2006/main">
            <a:off x="6263640" y="2743200"/>
            <a:ext cx="43891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C6D0DE"/>
                </a:solidFill>
                <a:latin typeface="맑은 고딕"/>
                <a:ea typeface="맑은 고딕"/>
                <a:cs typeface="맑은 고딕"/>
              </a:rPr>
              <a:t>고객, 관리자, 기사 화면을 역할별로 분리하고 하나의 AS 상태값과 일정 데이터로 연결했습니다.</a:t>
            </a:r>
            <a:endParaRPr sz="1300"/>
          </a:p>
        </p:txBody>
      </p:sp>
      <p:sp>
        <p:nvSpPr>
          <p:cNvPr id="34" name="Shape 29">
            <a:extLst xmlns:a="http://schemas.openxmlformats.org/drawingml/2006/main">
              <a:ext uri="{FF2B5EF4-FFF2-40B4-BE49-F238E27FC236}">
                <a16:creationId xmlns:a16="http://schemas.microsoft.com/office/drawing/2014/main" id="{3EE1EDCE-9F0F-4713-A465-795DB2115E5B}"/>
              </a:ext>
            </a:extLst>
          </p:cNvPr>
          <p:cNvSpPr>
            <a:spLocks xmlns:a="http://schemas.openxmlformats.org/drawingml/2006/main" noGrp="1"/>
          </p:cNvSpPr>
          <p:nvPr/>
        </p:nvSpPr>
        <p:spPr>
          <a:xfrm xmlns:a="http://schemas.openxmlformats.org/drawingml/2006/main">
            <a:off x="6263640" y="3749040"/>
            <a:ext cx="4389120" cy="9144"/>
          </a:xfrm>
          <a:prstGeom xmlns:a="http://schemas.openxmlformats.org/drawingml/2006/main" prst="rect">
            <a:avLst/>
          </a:prstGeom>
          <a:solidFill xmlns:a="http://schemas.openxmlformats.org/drawingml/2006/main">
            <a:srgbClr val="2C3646"/>
          </a:solidFill>
        </p:spPr>
      </p:sp>
      <p:sp>
        <p:nvSpPr>
          <p:cNvPr id="35" name="Text 30">
            <a:extLst xmlns:a="http://schemas.openxmlformats.org/drawingml/2006/main">
              <a:ext uri="{FF2B5EF4-FFF2-40B4-BE49-F238E27FC236}">
                <a16:creationId xmlns:a16="http://schemas.microsoft.com/office/drawing/2014/main" id="{09426992-7ADB-41CB-AAEF-2DEEB1503301}"/>
              </a:ext>
            </a:extLst>
          </p:cNvPr>
          <p:cNvSpPr>
            <a:spLocks xmlns:a="http://schemas.openxmlformats.org/drawingml/2006/main" noGrp="1"/>
          </p:cNvSpPr>
          <p:nvPr/>
        </p:nvSpPr>
        <p:spPr>
          <a:xfrm xmlns:a="http://schemas.openxmlformats.org/drawingml/2006/main">
            <a:off x="6263640" y="3904488"/>
            <a:ext cx="438912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00">
                <a:solidFill>
                  <a:srgbClr val="00B4D8"/>
                </a:solidFill>
                <a:latin typeface="맑은 고딕"/>
                <a:ea typeface="맑은 고딕"/>
                <a:cs typeface="맑은 고딕"/>
              </a:rPr>
              <a:t>기존 유사 방식과의 차이</a:t>
            </a:r>
            <a:endParaRPr sz="1000"/>
          </a:p>
        </p:txBody>
      </p:sp>
      <p:sp>
        <p:nvSpPr>
          <p:cNvPr id="36" name="Text 31">
            <a:extLst xmlns:a="http://schemas.openxmlformats.org/drawingml/2006/main">
              <a:ext uri="{FF2B5EF4-FFF2-40B4-BE49-F238E27FC236}">
                <a16:creationId xmlns:a16="http://schemas.microsoft.com/office/drawing/2014/main" id="{3EF49EA0-C3DD-4A1A-8A4F-CE79E08894F2}"/>
              </a:ext>
            </a:extLst>
          </p:cNvPr>
          <p:cNvSpPr>
            <a:spLocks xmlns:a="http://schemas.openxmlformats.org/drawingml/2006/main" noGrp="1"/>
          </p:cNvSpPr>
          <p:nvPr/>
        </p:nvSpPr>
        <p:spPr>
          <a:xfrm xmlns:a="http://schemas.openxmlformats.org/drawingml/2006/main">
            <a:off x="6263640" y="4233672"/>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접수부터 결과보고까지 한 시스템에서 추적</a:t>
            </a:r>
            <a:endParaRPr sz="1200"/>
          </a:p>
        </p:txBody>
      </p:sp>
      <p:sp>
        <p:nvSpPr>
          <p:cNvPr id="37" name="Text 32">
            <a:extLst xmlns:a="http://schemas.openxmlformats.org/drawingml/2006/main">
              <a:ext uri="{FF2B5EF4-FFF2-40B4-BE49-F238E27FC236}">
                <a16:creationId xmlns:a16="http://schemas.microsoft.com/office/drawing/2014/main" id="{4C34060E-CD93-4147-AC5E-F5FE4D0F4F04}"/>
              </a:ext>
            </a:extLst>
          </p:cNvPr>
          <p:cNvSpPr>
            <a:spLocks xmlns:a="http://schemas.openxmlformats.org/drawingml/2006/main" noGrp="1"/>
          </p:cNvSpPr>
          <p:nvPr/>
        </p:nvSpPr>
        <p:spPr>
          <a:xfrm xmlns:a="http://schemas.openxmlformats.org/drawingml/2006/main">
            <a:off x="6263640" y="4562856"/>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관리자·기사 모두 월간 캘린더로 일정 확인</a:t>
            </a:r>
            <a:endParaRPr sz="1200"/>
          </a:p>
        </p:txBody>
      </p:sp>
      <p:sp>
        <p:nvSpPr>
          <p:cNvPr id="38" name="Text 33">
            <a:extLst xmlns:a="http://schemas.openxmlformats.org/drawingml/2006/main">
              <a:ext uri="{FF2B5EF4-FFF2-40B4-BE49-F238E27FC236}">
                <a16:creationId xmlns:a16="http://schemas.microsoft.com/office/drawing/2014/main" id="{FECB8AED-8B59-4DE7-8AA6-CACC9E8B5E7E}"/>
              </a:ext>
            </a:extLst>
          </p:cNvPr>
          <p:cNvSpPr>
            <a:spLocks xmlns:a="http://schemas.openxmlformats.org/drawingml/2006/main" noGrp="1"/>
          </p:cNvSpPr>
          <p:nvPr/>
        </p:nvSpPr>
        <p:spPr>
          <a:xfrm xmlns:a="http://schemas.openxmlformats.org/drawingml/2006/main">
            <a:off x="6263640" y="4892040"/>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결과 등록 후 SMS 설문 링크 자동 발송</a:t>
            </a:r>
            <a:endParaRPr sz="1200"/>
          </a:p>
        </p:txBody>
      </p:sp>
      <p:sp>
        <p:nvSpPr>
          <p:cNvPr id="39" name="Text 34">
            <a:extLst xmlns:a="http://schemas.openxmlformats.org/drawingml/2006/main">
              <a:ext uri="{FF2B5EF4-FFF2-40B4-BE49-F238E27FC236}">
                <a16:creationId xmlns:a16="http://schemas.microsoft.com/office/drawing/2014/main" id="{BAF3053A-E552-43C0-B557-4971577068BA}"/>
              </a:ext>
            </a:extLst>
          </p:cNvPr>
          <p:cNvSpPr>
            <a:spLocks xmlns:a="http://schemas.openxmlformats.org/drawingml/2006/main" noGrp="1"/>
          </p:cNvSpPr>
          <p:nvPr/>
        </p:nvSpPr>
        <p:spPr>
          <a:xfrm xmlns:a="http://schemas.openxmlformats.org/drawingml/2006/main">
            <a:off x="6263640" y="5221224"/>
            <a:ext cx="43891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C6D0DE"/>
                </a:solidFill>
                <a:latin typeface="맑은 고딕"/>
                <a:ea typeface="맑은 고딕"/>
                <a:cs typeface="맑은 고딕"/>
              </a:rPr>
              <a:t>·  고객 응답을 기사별 월간 통계로 즉시 집계</a:t>
            </a:r>
            <a:endParaRPr sz="1200"/>
          </a:p>
        </p:txBody>
      </p:sp>
      <p:sp>
        <p:nvSpPr>
          <p:cNvPr id="40" name="Text 35">
            <a:extLst xmlns:a="http://schemas.openxmlformats.org/drawingml/2006/main">
              <a:ext uri="{FF2B5EF4-FFF2-40B4-BE49-F238E27FC236}">
                <a16:creationId xmlns:a16="http://schemas.microsoft.com/office/drawing/2014/main" id="{45A81A5D-72CE-4D4E-93ED-8C2E81B62B9B}"/>
              </a:ext>
            </a:extLst>
          </p:cNvPr>
          <p:cNvSpPr>
            <a:spLocks xmlns:a="http://schemas.openxmlformats.org/drawingml/2006/main" noGrp="1"/>
          </p:cNvSpPr>
          <p:nvPr/>
        </p:nvSpPr>
        <p:spPr>
          <a:xfrm xmlns:a="http://schemas.openxmlformats.org/drawingml/2006/main">
            <a:off x="6263640" y="5440680"/>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6B7889"/>
                </a:solidFill>
                <a:latin typeface="맑은 고딕"/>
                <a:ea typeface="맑은 고딕"/>
                <a:cs typeface="맑은 고딕"/>
              </a:rPr>
              <a:t>핵심 목적: 일정 누락과 전달 비용을 줄이고 처리 이력을 남기는 것</a:t>
            </a:r>
            <a:endParaRPr sz="950"/>
          </a:p>
        </p:txBody>
      </p:sp>
    </p:spTree>
    <p:extLst>
      <p:ext uri="{BB962C8B-B14F-4D97-AF65-F5344CB8AC3E}">
        <p14:creationId xmlns:p14="http://schemas.microsoft.com/office/powerpoint/2010/main" val="12542414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6D7B3C1-5783-4B93-B74D-A6F48EE4F14C}"/>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0B0615CC-A980-4B67-A072-686C64620C15}"/>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70E039F4-3392-46D6-A6EC-681836BE6955}"/>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C6A5CE74-68AC-4A53-B8F3-DA307155681B}"/>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69CE505D-C042-4FFF-A4EE-A231A6AF1AD4}"/>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AC317A1D-720C-4FD5-A021-D2FB81EABC1D}"/>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66A9C7ED-42AA-416C-B29A-97D5E7FE4077}"/>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CADA1ABB-613A-48E5-AE88-D3029ED7B0FD}"/>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60" name="Image 0"/>
          <p:cNvPicPr>
            <a:picLocks xmlns:a="http://schemas.openxmlformats.org/drawingml/2006/main" noChangeAspect="1"/>
          </p:cNvPicPr>
          <p:nvPr/>
        </p:nvPicPr>
        <p:blipFill>
          <a:blip xmlns:r="http://schemas.openxmlformats.org/officeDocument/2006/relationships" xmlns:a="http://schemas.openxmlformats.org/drawingml/2006/main" r:embed="R6bd300a6b0bd4c9d"/>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CC244CF1-E100-4AD6-A57A-A883ACAE3520}"/>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3A0DEF30-874E-4FD0-B792-E3EDD91E12C2}"/>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BF8CBCED-E065-4C6B-A9AC-14BCE6FE67A4}"/>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02   프로젝트 팀 구성 및 역할</a:t>
            </a:r>
            <a:endParaRPr sz="1200"/>
          </a:p>
        </p:txBody>
      </p:sp>
      <p:sp>
        <p:nvSpPr>
          <p:cNvPr id="14" name="Text 11">
            <a:extLst xmlns:a="http://schemas.openxmlformats.org/drawingml/2006/main">
              <a:ext uri="{FF2B5EF4-FFF2-40B4-BE49-F238E27FC236}">
                <a16:creationId xmlns:a16="http://schemas.microsoft.com/office/drawing/2014/main" id="{9F2064CA-5308-4182-B0E6-A5E9B81E4506}"/>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화면 단위로 맡아 백엔드와 화면을 함께 완성</a:t>
            </a:r>
            <a:endParaRPr sz="2500"/>
          </a:p>
        </p:txBody>
      </p:sp>
      <p:sp>
        <p:nvSpPr>
          <p:cNvPr id="15" name="Text 12">
            <a:extLst xmlns:a="http://schemas.openxmlformats.org/drawingml/2006/main">
              <a:ext uri="{FF2B5EF4-FFF2-40B4-BE49-F238E27FC236}">
                <a16:creationId xmlns:a16="http://schemas.microsoft.com/office/drawing/2014/main" id="{730A04D5-310F-4E3B-9BE7-411DF8C6A17F}"/>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B957ADC9-EFA7-45C3-ABA4-C9339D883A27}"/>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05</a:t>
            </a:r>
            <a:endParaRPr sz="900"/>
          </a:p>
        </p:txBody>
      </p:sp>
      <p:sp>
        <p:nvSpPr>
          <p:cNvPr id="17" name="Shape 14">
            <a:extLst xmlns:a="http://schemas.openxmlformats.org/drawingml/2006/main">
              <a:ext uri="{FF2B5EF4-FFF2-40B4-BE49-F238E27FC236}">
                <a16:creationId xmlns:a16="http://schemas.microsoft.com/office/drawing/2014/main" id="{7C705199-A3C3-4185-9E18-E74D1383834F}"/>
              </a:ext>
            </a:extLst>
          </p:cNvPr>
          <p:cNvSpPr>
            <a:spLocks xmlns:a="http://schemas.openxmlformats.org/drawingml/2006/main" noGrp="1"/>
          </p:cNvSpPr>
          <p:nvPr/>
        </p:nvSpPr>
        <p:spPr>
          <a:xfrm xmlns:a="http://schemas.openxmlformats.org/drawingml/2006/main">
            <a:off x="502920"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90F371B6-1366-4572-B9EF-AD143241B732}"/>
              </a:ext>
            </a:extLst>
          </p:cNvPr>
          <p:cNvSpPr>
            <a:spLocks xmlns:a="http://schemas.openxmlformats.org/drawingml/2006/main" noGrp="1"/>
          </p:cNvSpPr>
          <p:nvPr/>
        </p:nvSpPr>
        <p:spPr>
          <a:xfrm xmlns:a="http://schemas.openxmlformats.org/drawingml/2006/main">
            <a:off x="731520" y="1947672"/>
            <a:ext cx="566928" cy="566928"/>
          </a:xfrm>
          <a:prstGeom xmlns:a="http://schemas.openxmlformats.org/drawingml/2006/main" prst="ellipse">
            <a:avLst/>
          </a:prstGeom>
          <a:solidFill xmlns:a="http://schemas.openxmlformats.org/drawingml/2006/main">
            <a:srgbClr val="2B6BF0"/>
          </a:solidFill>
        </p:spPr>
      </p:sp>
      <p:sp>
        <p:nvSpPr>
          <p:cNvPr id="19" name="Text 16">
            <a:extLst xmlns:a="http://schemas.openxmlformats.org/drawingml/2006/main">
              <a:ext uri="{FF2B5EF4-FFF2-40B4-BE49-F238E27FC236}">
                <a16:creationId xmlns:a16="http://schemas.microsoft.com/office/drawing/2014/main" id="{CDAB9863-7972-4693-9CCE-415E026C8041}"/>
              </a:ext>
            </a:extLst>
          </p:cNvPr>
          <p:cNvSpPr>
            <a:spLocks xmlns:a="http://schemas.openxmlformats.org/drawingml/2006/main" noGrp="1"/>
          </p:cNvSpPr>
          <p:nvPr/>
        </p:nvSpPr>
        <p:spPr>
          <a:xfrm xmlns:a="http://schemas.openxmlformats.org/drawingml/2006/main">
            <a:off x="731520"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장</a:t>
            </a:r>
            <a:endParaRPr sz="1500"/>
          </a:p>
        </p:txBody>
      </p:sp>
      <p:sp>
        <p:nvSpPr>
          <p:cNvPr id="20" name="Text 17">
            <a:extLst xmlns:a="http://schemas.openxmlformats.org/drawingml/2006/main">
              <a:ext uri="{FF2B5EF4-FFF2-40B4-BE49-F238E27FC236}">
                <a16:creationId xmlns:a16="http://schemas.microsoft.com/office/drawing/2014/main" id="{71111610-9D93-40E2-B2D9-046CD662A38E}"/>
              </a:ext>
            </a:extLst>
          </p:cNvPr>
          <p:cNvSpPr>
            <a:spLocks xmlns:a="http://schemas.openxmlformats.org/drawingml/2006/main" noGrp="1"/>
          </p:cNvSpPr>
          <p:nvPr/>
        </p:nvSpPr>
        <p:spPr>
          <a:xfrm xmlns:a="http://schemas.openxmlformats.org/drawingml/2006/main">
            <a:off x="731520"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[팀장명 입력]</a:t>
            </a:r>
            <a:endParaRPr sz="1350"/>
          </a:p>
        </p:txBody>
      </p:sp>
      <p:sp>
        <p:nvSpPr>
          <p:cNvPr id="21" name="Text 18">
            <a:extLst xmlns:a="http://schemas.openxmlformats.org/drawingml/2006/main">
              <a:ext uri="{FF2B5EF4-FFF2-40B4-BE49-F238E27FC236}">
                <a16:creationId xmlns:a16="http://schemas.microsoft.com/office/drawing/2014/main" id="{CD90130C-FC2B-4F9B-AFC0-738DFDA2512C}"/>
              </a:ext>
            </a:extLst>
          </p:cNvPr>
          <p:cNvSpPr>
            <a:spLocks xmlns:a="http://schemas.openxmlformats.org/drawingml/2006/main" noGrp="1"/>
          </p:cNvSpPr>
          <p:nvPr/>
        </p:nvSpPr>
        <p:spPr>
          <a:xfrm xmlns:a="http://schemas.openxmlformats.org/drawingml/2006/main">
            <a:off x="731520"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2B6BF0"/>
                </a:solidFill>
                <a:latin typeface="맑은 고딕"/>
                <a:ea typeface="맑은 고딕"/>
                <a:cs typeface="맑은 고딕"/>
              </a:rPr>
              <a:t>공통 · 로그인 · 통합</a:t>
            </a:r>
            <a:endParaRPr sz="1050"/>
          </a:p>
        </p:txBody>
      </p:sp>
      <p:sp>
        <p:nvSpPr>
          <p:cNvPr id="22" name="Shape 19">
            <a:extLst xmlns:a="http://schemas.openxmlformats.org/drawingml/2006/main">
              <a:ext uri="{FF2B5EF4-FFF2-40B4-BE49-F238E27FC236}">
                <a16:creationId xmlns:a16="http://schemas.microsoft.com/office/drawing/2014/main" id="{B5ED87DD-5F27-4A98-BCD3-7DB6EDC6A1D9}"/>
              </a:ext>
            </a:extLst>
          </p:cNvPr>
          <p:cNvSpPr>
            <a:spLocks xmlns:a="http://schemas.openxmlformats.org/drawingml/2006/main" noGrp="1"/>
          </p:cNvSpPr>
          <p:nvPr/>
        </p:nvSpPr>
        <p:spPr>
          <a:xfrm xmlns:a="http://schemas.openxmlformats.org/drawingml/2006/main">
            <a:off x="731520" y="3474720"/>
            <a:ext cx="2029968" cy="7315"/>
          </a:xfrm>
          <a:prstGeom xmlns:a="http://schemas.openxmlformats.org/drawingml/2006/main" prst="rect">
            <a:avLst/>
          </a:prstGeom>
          <a:solidFill xmlns:a="http://schemas.openxmlformats.org/drawingml/2006/main">
            <a:srgbClr val="DDE3EA"/>
          </a:solidFill>
        </p:spPr>
      </p:sp>
      <p:sp>
        <p:nvSpPr>
          <p:cNvPr id="23" name="Text 20">
            <a:extLst xmlns:a="http://schemas.openxmlformats.org/drawingml/2006/main">
              <a:ext uri="{FF2B5EF4-FFF2-40B4-BE49-F238E27FC236}">
                <a16:creationId xmlns:a16="http://schemas.microsoft.com/office/drawing/2014/main" id="{8A62BDEA-C1A6-44B3-8F01-3E31EF42B67F}"/>
              </a:ext>
            </a:extLst>
          </p:cNvPr>
          <p:cNvSpPr>
            <a:spLocks xmlns:a="http://schemas.openxmlformats.org/drawingml/2006/main" noGrp="1"/>
          </p:cNvSpPr>
          <p:nvPr/>
        </p:nvSpPr>
        <p:spPr>
          <a:xfrm xmlns:a="http://schemas.openxmlformats.org/drawingml/2006/main">
            <a:off x="731520"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메인·로그인, 공통 레이아웃, 역할별 화면 분기, 전체 통합</a:t>
            </a:r>
            <a:endParaRPr sz="1000"/>
          </a:p>
        </p:txBody>
      </p:sp>
      <p:sp>
        <p:nvSpPr>
          <p:cNvPr id="24" name="Shape 21">
            <a:extLst xmlns:a="http://schemas.openxmlformats.org/drawingml/2006/main">
              <a:ext uri="{FF2B5EF4-FFF2-40B4-BE49-F238E27FC236}">
                <a16:creationId xmlns:a16="http://schemas.microsoft.com/office/drawing/2014/main" id="{03B70712-B5C5-4556-BFC8-AF7DE98ABA64}"/>
              </a:ext>
            </a:extLst>
          </p:cNvPr>
          <p:cNvSpPr>
            <a:spLocks xmlns:a="http://schemas.openxmlformats.org/drawingml/2006/main" noGrp="1"/>
          </p:cNvSpPr>
          <p:nvPr/>
        </p:nvSpPr>
        <p:spPr>
          <a:xfrm xmlns:a="http://schemas.openxmlformats.org/drawingml/2006/main">
            <a:off x="3191256"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5" name="Shape 22">
            <a:extLst xmlns:a="http://schemas.openxmlformats.org/drawingml/2006/main">
              <a:ext uri="{FF2B5EF4-FFF2-40B4-BE49-F238E27FC236}">
                <a16:creationId xmlns:a16="http://schemas.microsoft.com/office/drawing/2014/main" id="{29A40B36-EE1C-4A93-8990-973A9E13E0F5}"/>
              </a:ext>
            </a:extLst>
          </p:cNvPr>
          <p:cNvSpPr>
            <a:spLocks xmlns:a="http://schemas.openxmlformats.org/drawingml/2006/main" noGrp="1"/>
          </p:cNvSpPr>
          <p:nvPr/>
        </p:nvSpPr>
        <p:spPr>
          <a:xfrm xmlns:a="http://schemas.openxmlformats.org/drawingml/2006/main">
            <a:off x="3419856" y="1947672"/>
            <a:ext cx="566928" cy="566928"/>
          </a:xfrm>
          <a:prstGeom xmlns:a="http://schemas.openxmlformats.org/drawingml/2006/main" prst="ellipse">
            <a:avLst/>
          </a:prstGeom>
          <a:solidFill xmlns:a="http://schemas.openxmlformats.org/drawingml/2006/main">
            <a:srgbClr val="FF5A1F"/>
          </a:solidFill>
        </p:spPr>
      </p:sp>
      <p:sp>
        <p:nvSpPr>
          <p:cNvPr id="26" name="Text 23">
            <a:extLst xmlns:a="http://schemas.openxmlformats.org/drawingml/2006/main">
              <a:ext uri="{FF2B5EF4-FFF2-40B4-BE49-F238E27FC236}">
                <a16:creationId xmlns:a16="http://schemas.microsoft.com/office/drawing/2014/main" id="{AB5BA277-292F-4957-9FF2-117F39DF4311}"/>
              </a:ext>
            </a:extLst>
          </p:cNvPr>
          <p:cNvSpPr>
            <a:spLocks xmlns:a="http://schemas.openxmlformats.org/drawingml/2006/main" noGrp="1"/>
          </p:cNvSpPr>
          <p:nvPr/>
        </p:nvSpPr>
        <p:spPr>
          <a:xfrm xmlns:a="http://schemas.openxmlformats.org/drawingml/2006/main">
            <a:off x="3419856"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준</a:t>
            </a:r>
            <a:endParaRPr sz="1500"/>
          </a:p>
        </p:txBody>
      </p:sp>
      <p:sp>
        <p:nvSpPr>
          <p:cNvPr id="27" name="Text 24">
            <a:extLst xmlns:a="http://schemas.openxmlformats.org/drawingml/2006/main">
              <a:ext uri="{FF2B5EF4-FFF2-40B4-BE49-F238E27FC236}">
                <a16:creationId xmlns:a16="http://schemas.microsoft.com/office/drawing/2014/main" id="{295B63AE-3465-4D6D-8D9C-8C7E17A1F23D}"/>
              </a:ext>
            </a:extLst>
          </p:cNvPr>
          <p:cNvSpPr>
            <a:spLocks xmlns:a="http://schemas.openxmlformats.org/drawingml/2006/main" noGrp="1"/>
          </p:cNvSpPr>
          <p:nvPr/>
        </p:nvSpPr>
        <p:spPr>
          <a:xfrm xmlns:a="http://schemas.openxmlformats.org/drawingml/2006/main">
            <a:off x="3419856"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최준영 (본인)</a:t>
            </a:r>
            <a:endParaRPr sz="1350"/>
          </a:p>
        </p:txBody>
      </p:sp>
      <p:sp>
        <p:nvSpPr>
          <p:cNvPr id="28" name="Text 25">
            <a:extLst xmlns:a="http://schemas.openxmlformats.org/drawingml/2006/main">
              <a:ext uri="{FF2B5EF4-FFF2-40B4-BE49-F238E27FC236}">
                <a16:creationId xmlns:a16="http://schemas.microsoft.com/office/drawing/2014/main" id="{E0A7ED72-938A-4C2A-9EE6-082D7EEC745F}"/>
              </a:ext>
            </a:extLst>
          </p:cNvPr>
          <p:cNvSpPr>
            <a:spLocks xmlns:a="http://schemas.openxmlformats.org/drawingml/2006/main" noGrp="1"/>
          </p:cNvSpPr>
          <p:nvPr/>
        </p:nvSpPr>
        <p:spPr>
          <a:xfrm xmlns:a="http://schemas.openxmlformats.org/drawingml/2006/main">
            <a:off x="3419856"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FF5A1F"/>
                </a:solidFill>
                <a:latin typeface="맑은 고딕"/>
                <a:ea typeface="맑은 고딕"/>
                <a:cs typeface="맑은 고딕"/>
              </a:rPr>
              <a:t>관리자 대시보드 · 기사관리</a:t>
            </a:r>
            <a:endParaRPr sz="1050"/>
          </a:p>
        </p:txBody>
      </p:sp>
      <p:sp>
        <p:nvSpPr>
          <p:cNvPr id="29" name="Shape 26">
            <a:extLst xmlns:a="http://schemas.openxmlformats.org/drawingml/2006/main">
              <a:ext uri="{FF2B5EF4-FFF2-40B4-BE49-F238E27FC236}">
                <a16:creationId xmlns:a16="http://schemas.microsoft.com/office/drawing/2014/main" id="{36E3A927-3A7F-4D92-B642-1F8BE943AADD}"/>
              </a:ext>
            </a:extLst>
          </p:cNvPr>
          <p:cNvSpPr>
            <a:spLocks xmlns:a="http://schemas.openxmlformats.org/drawingml/2006/main" noGrp="1"/>
          </p:cNvSpPr>
          <p:nvPr/>
        </p:nvSpPr>
        <p:spPr>
          <a:xfrm xmlns:a="http://schemas.openxmlformats.org/drawingml/2006/main">
            <a:off x="3419856" y="3474720"/>
            <a:ext cx="2029968" cy="7315"/>
          </a:xfrm>
          <a:prstGeom xmlns:a="http://schemas.openxmlformats.org/drawingml/2006/main" prst="rect">
            <a:avLst/>
          </a:prstGeom>
          <a:solidFill xmlns:a="http://schemas.openxmlformats.org/drawingml/2006/main">
            <a:srgbClr val="DDE3EA"/>
          </a:solidFill>
        </p:spPr>
      </p:sp>
      <p:sp>
        <p:nvSpPr>
          <p:cNvPr id="30" name="Text 27">
            <a:extLst xmlns:a="http://schemas.openxmlformats.org/drawingml/2006/main">
              <a:ext uri="{FF2B5EF4-FFF2-40B4-BE49-F238E27FC236}">
                <a16:creationId xmlns:a16="http://schemas.microsoft.com/office/drawing/2014/main" id="{3E97DBD6-8544-4BC7-BAC3-91903E04CE29}"/>
              </a:ext>
            </a:extLst>
          </p:cNvPr>
          <p:cNvSpPr>
            <a:spLocks xmlns:a="http://schemas.openxmlformats.org/drawingml/2006/main" noGrp="1"/>
          </p:cNvSpPr>
          <p:nvPr/>
        </p:nvSpPr>
        <p:spPr>
          <a:xfrm xmlns:a="http://schemas.openxmlformats.org/drawingml/2006/main">
            <a:off x="3419856"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상태별 통계 카드, 최근 AS 접수 리스트, 기사 등록·수정·삭제</a:t>
            </a:r>
            <a:endParaRPr sz="1000"/>
          </a:p>
        </p:txBody>
      </p:sp>
      <p:sp>
        <p:nvSpPr>
          <p:cNvPr id="31" name="Shape 28">
            <a:extLst xmlns:a="http://schemas.openxmlformats.org/drawingml/2006/main">
              <a:ext uri="{FF2B5EF4-FFF2-40B4-BE49-F238E27FC236}">
                <a16:creationId xmlns:a16="http://schemas.microsoft.com/office/drawing/2014/main" id="{2DA92AA6-AC63-4A19-B831-34D559B70071}"/>
              </a:ext>
            </a:extLst>
          </p:cNvPr>
          <p:cNvSpPr>
            <a:spLocks xmlns:a="http://schemas.openxmlformats.org/drawingml/2006/main" noGrp="1"/>
          </p:cNvSpPr>
          <p:nvPr/>
        </p:nvSpPr>
        <p:spPr>
          <a:xfrm xmlns:a="http://schemas.openxmlformats.org/drawingml/2006/main">
            <a:off x="5879592"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Shape 29">
            <a:extLst xmlns:a="http://schemas.openxmlformats.org/drawingml/2006/main">
              <a:ext uri="{FF2B5EF4-FFF2-40B4-BE49-F238E27FC236}">
                <a16:creationId xmlns:a16="http://schemas.microsoft.com/office/drawing/2014/main" id="{1230A8E8-E20A-4C6C-ABA1-38F6FAC90595}"/>
              </a:ext>
            </a:extLst>
          </p:cNvPr>
          <p:cNvSpPr>
            <a:spLocks xmlns:a="http://schemas.openxmlformats.org/drawingml/2006/main" noGrp="1"/>
          </p:cNvSpPr>
          <p:nvPr/>
        </p:nvSpPr>
        <p:spPr>
          <a:xfrm xmlns:a="http://schemas.openxmlformats.org/drawingml/2006/main">
            <a:off x="6108192" y="1947672"/>
            <a:ext cx="566928" cy="566928"/>
          </a:xfrm>
          <a:prstGeom xmlns:a="http://schemas.openxmlformats.org/drawingml/2006/main" prst="ellipse">
            <a:avLst/>
          </a:prstGeom>
          <a:solidFill xmlns:a="http://schemas.openxmlformats.org/drawingml/2006/main">
            <a:srgbClr val="D2C81A"/>
          </a:solidFill>
        </p:spPr>
      </p:sp>
      <p:sp>
        <p:nvSpPr>
          <p:cNvPr id="33" name="Text 30">
            <a:extLst xmlns:a="http://schemas.openxmlformats.org/drawingml/2006/main">
              <a:ext uri="{FF2B5EF4-FFF2-40B4-BE49-F238E27FC236}">
                <a16:creationId xmlns:a16="http://schemas.microsoft.com/office/drawing/2014/main" id="{696C3353-C39E-4494-842E-0497CDE7E263}"/>
              </a:ext>
            </a:extLst>
          </p:cNvPr>
          <p:cNvSpPr>
            <a:spLocks xmlns:a="http://schemas.openxmlformats.org/drawingml/2006/main" noGrp="1"/>
          </p:cNvSpPr>
          <p:nvPr/>
        </p:nvSpPr>
        <p:spPr>
          <a:xfrm xmlns:a="http://schemas.openxmlformats.org/drawingml/2006/main">
            <a:off x="6108192"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성</a:t>
            </a:r>
            <a:endParaRPr sz="1500"/>
          </a:p>
        </p:txBody>
      </p:sp>
      <p:sp>
        <p:nvSpPr>
          <p:cNvPr id="34" name="Text 31">
            <a:extLst xmlns:a="http://schemas.openxmlformats.org/drawingml/2006/main">
              <a:ext uri="{FF2B5EF4-FFF2-40B4-BE49-F238E27FC236}">
                <a16:creationId xmlns:a16="http://schemas.microsoft.com/office/drawing/2014/main" id="{CE6157F0-D35F-4A87-BF83-E3DC595E7DAA}"/>
              </a:ext>
            </a:extLst>
          </p:cNvPr>
          <p:cNvSpPr>
            <a:spLocks xmlns:a="http://schemas.openxmlformats.org/drawingml/2006/main" noGrp="1"/>
          </p:cNvSpPr>
          <p:nvPr/>
        </p:nvSpPr>
        <p:spPr>
          <a:xfrm xmlns:a="http://schemas.openxmlformats.org/drawingml/2006/main">
            <a:off x="6108192"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김성준</a:t>
            </a:r>
            <a:endParaRPr sz="1350"/>
          </a:p>
        </p:txBody>
      </p:sp>
      <p:sp>
        <p:nvSpPr>
          <p:cNvPr id="35" name="Text 32">
            <a:extLst xmlns:a="http://schemas.openxmlformats.org/drawingml/2006/main">
              <a:ext uri="{FF2B5EF4-FFF2-40B4-BE49-F238E27FC236}">
                <a16:creationId xmlns:a16="http://schemas.microsoft.com/office/drawing/2014/main" id="{DA2789F8-9656-41DF-8F52-4E12E873FE85}"/>
              </a:ext>
            </a:extLst>
          </p:cNvPr>
          <p:cNvSpPr>
            <a:spLocks xmlns:a="http://schemas.openxmlformats.org/drawingml/2006/main" noGrp="1"/>
          </p:cNvSpPr>
          <p:nvPr/>
        </p:nvSpPr>
        <p:spPr>
          <a:xfrm xmlns:a="http://schemas.openxmlformats.org/drawingml/2006/main">
            <a:off x="6108192"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D2C81A"/>
                </a:solidFill>
                <a:latin typeface="맑은 고딕"/>
                <a:ea typeface="맑은 고딕"/>
                <a:cs typeface="맑은 고딕"/>
              </a:rPr>
              <a:t>관리자 일정관리</a:t>
            </a:r>
            <a:endParaRPr sz="1050"/>
          </a:p>
        </p:txBody>
      </p:sp>
      <p:sp>
        <p:nvSpPr>
          <p:cNvPr id="36" name="Shape 33">
            <a:extLst xmlns:a="http://schemas.openxmlformats.org/drawingml/2006/main">
              <a:ext uri="{FF2B5EF4-FFF2-40B4-BE49-F238E27FC236}">
                <a16:creationId xmlns:a16="http://schemas.microsoft.com/office/drawing/2014/main" id="{E8EFCB85-C493-4A48-AAE7-C82A7177E0C3}"/>
              </a:ext>
            </a:extLst>
          </p:cNvPr>
          <p:cNvSpPr>
            <a:spLocks xmlns:a="http://schemas.openxmlformats.org/drawingml/2006/main" noGrp="1"/>
          </p:cNvSpPr>
          <p:nvPr/>
        </p:nvSpPr>
        <p:spPr>
          <a:xfrm xmlns:a="http://schemas.openxmlformats.org/drawingml/2006/main">
            <a:off x="6108192" y="3474720"/>
            <a:ext cx="2029968" cy="7315"/>
          </a:xfrm>
          <a:prstGeom xmlns:a="http://schemas.openxmlformats.org/drawingml/2006/main" prst="rect">
            <a:avLst/>
          </a:prstGeom>
          <a:solidFill xmlns:a="http://schemas.openxmlformats.org/drawingml/2006/main">
            <a:srgbClr val="DDE3EA"/>
          </a:solidFill>
        </p:spPr>
      </p:sp>
      <p:sp>
        <p:nvSpPr>
          <p:cNvPr id="37" name="Text 34">
            <a:extLst xmlns:a="http://schemas.openxmlformats.org/drawingml/2006/main">
              <a:ext uri="{FF2B5EF4-FFF2-40B4-BE49-F238E27FC236}">
                <a16:creationId xmlns:a16="http://schemas.microsoft.com/office/drawing/2014/main" id="{6B97E4F5-D3C2-49F2-ACA1-E1B3EB5A8EAC}"/>
              </a:ext>
            </a:extLst>
          </p:cNvPr>
          <p:cNvSpPr>
            <a:spLocks xmlns:a="http://schemas.openxmlformats.org/drawingml/2006/main" noGrp="1"/>
          </p:cNvSpPr>
          <p:nvPr/>
        </p:nvSpPr>
        <p:spPr>
          <a:xfrm xmlns:a="http://schemas.openxmlformats.org/drawingml/2006/main">
            <a:off x="6108192"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FullCalendar 출력, 미배정 접수 조회, 기사·시간 배정</a:t>
            </a:r>
            <a:endParaRPr sz="1000"/>
          </a:p>
        </p:txBody>
      </p:sp>
      <p:sp>
        <p:nvSpPr>
          <p:cNvPr id="38" name="Shape 35">
            <a:extLst xmlns:a="http://schemas.openxmlformats.org/drawingml/2006/main">
              <a:ext uri="{FF2B5EF4-FFF2-40B4-BE49-F238E27FC236}">
                <a16:creationId xmlns:a16="http://schemas.microsoft.com/office/drawing/2014/main" id="{DA88E5BA-AD50-49E8-9098-2DBDF5873031}"/>
              </a:ext>
            </a:extLst>
          </p:cNvPr>
          <p:cNvSpPr>
            <a:spLocks xmlns:a="http://schemas.openxmlformats.org/drawingml/2006/main" noGrp="1"/>
          </p:cNvSpPr>
          <p:nvPr/>
        </p:nvSpPr>
        <p:spPr>
          <a:xfrm xmlns:a="http://schemas.openxmlformats.org/drawingml/2006/main">
            <a:off x="8567928" y="1691640"/>
            <a:ext cx="2487168" cy="2880360"/>
          </a:xfrm>
          <a:prstGeom xmlns:a="http://schemas.openxmlformats.org/drawingml/2006/main" prst="roundRect">
            <a:avLst>
              <a:gd name="adj" fmla="val 2941"/>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Shape 36">
            <a:extLst xmlns:a="http://schemas.openxmlformats.org/drawingml/2006/main">
              <a:ext uri="{FF2B5EF4-FFF2-40B4-BE49-F238E27FC236}">
                <a16:creationId xmlns:a16="http://schemas.microsoft.com/office/drawing/2014/main" id="{D0F0B577-9AC6-4F90-8D59-67D4E13C483A}"/>
              </a:ext>
            </a:extLst>
          </p:cNvPr>
          <p:cNvSpPr>
            <a:spLocks xmlns:a="http://schemas.openxmlformats.org/drawingml/2006/main" noGrp="1"/>
          </p:cNvSpPr>
          <p:nvPr/>
        </p:nvSpPr>
        <p:spPr>
          <a:xfrm xmlns:a="http://schemas.openxmlformats.org/drawingml/2006/main">
            <a:off x="8796528" y="1947672"/>
            <a:ext cx="566928" cy="566928"/>
          </a:xfrm>
          <a:prstGeom xmlns:a="http://schemas.openxmlformats.org/drawingml/2006/main" prst="ellipse">
            <a:avLst/>
          </a:prstGeom>
          <a:solidFill xmlns:a="http://schemas.openxmlformats.org/drawingml/2006/main">
            <a:srgbClr val="3CC98A"/>
          </a:solidFill>
        </p:spPr>
      </p:sp>
      <p:sp>
        <p:nvSpPr>
          <p:cNvPr id="40" name="Text 37">
            <a:extLst xmlns:a="http://schemas.openxmlformats.org/drawingml/2006/main">
              <a:ext uri="{FF2B5EF4-FFF2-40B4-BE49-F238E27FC236}">
                <a16:creationId xmlns:a16="http://schemas.microsoft.com/office/drawing/2014/main" id="{99399A0E-EA6F-4F63-8DCB-F2FB5948AFB6}"/>
              </a:ext>
            </a:extLst>
          </p:cNvPr>
          <p:cNvSpPr>
            <a:spLocks xmlns:a="http://schemas.openxmlformats.org/drawingml/2006/main" noGrp="1"/>
          </p:cNvSpPr>
          <p:nvPr/>
        </p:nvSpPr>
        <p:spPr>
          <a:xfrm xmlns:a="http://schemas.openxmlformats.org/drawingml/2006/main">
            <a:off x="8796528" y="1947672"/>
            <a:ext cx="5669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latin typeface="맑은 고딕"/>
                <a:ea typeface="맑은 고딕"/>
                <a:cs typeface="맑은 고딕"/>
              </a:rPr>
              <a:t>인</a:t>
            </a:r>
            <a:endParaRPr sz="1500"/>
          </a:p>
        </p:txBody>
      </p:sp>
      <p:sp>
        <p:nvSpPr>
          <p:cNvPr id="41" name="Text 38">
            <a:extLst xmlns:a="http://schemas.openxmlformats.org/drawingml/2006/main">
              <a:ext uri="{FF2B5EF4-FFF2-40B4-BE49-F238E27FC236}">
                <a16:creationId xmlns:a16="http://schemas.microsoft.com/office/drawing/2014/main" id="{1FF27424-01C8-4501-85EF-E2E0F7896E95}"/>
              </a:ext>
            </a:extLst>
          </p:cNvPr>
          <p:cNvSpPr>
            <a:spLocks xmlns:a="http://schemas.openxmlformats.org/drawingml/2006/main" noGrp="1"/>
          </p:cNvSpPr>
          <p:nvPr/>
        </p:nvSpPr>
        <p:spPr>
          <a:xfrm xmlns:a="http://schemas.openxmlformats.org/drawingml/2006/main">
            <a:off x="8796528" y="2651760"/>
            <a:ext cx="20299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박성인</a:t>
            </a:r>
            <a:endParaRPr sz="1350"/>
          </a:p>
        </p:txBody>
      </p:sp>
      <p:sp>
        <p:nvSpPr>
          <p:cNvPr id="42" name="Text 39">
            <a:extLst xmlns:a="http://schemas.openxmlformats.org/drawingml/2006/main">
              <a:ext uri="{FF2B5EF4-FFF2-40B4-BE49-F238E27FC236}">
                <a16:creationId xmlns:a16="http://schemas.microsoft.com/office/drawing/2014/main" id="{2DA50CD5-6E5C-42C3-AD28-50E0EBA5494A}"/>
              </a:ext>
            </a:extLst>
          </p:cNvPr>
          <p:cNvSpPr>
            <a:spLocks xmlns:a="http://schemas.openxmlformats.org/drawingml/2006/main" noGrp="1"/>
          </p:cNvSpPr>
          <p:nvPr/>
        </p:nvSpPr>
        <p:spPr>
          <a:xfrm xmlns:a="http://schemas.openxmlformats.org/drawingml/2006/main">
            <a:off x="8796528" y="2953512"/>
            <a:ext cx="202996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50" b="1">
                <a:solidFill>
                  <a:srgbClr val="3CC98A"/>
                </a:solidFill>
                <a:latin typeface="맑은 고딕"/>
                <a:ea typeface="맑은 고딕"/>
                <a:cs typeface="맑은 고딕"/>
              </a:rPr>
              <a:t>기사 대시보드 · AS결과보고</a:t>
            </a:r>
            <a:endParaRPr sz="1050"/>
          </a:p>
        </p:txBody>
      </p:sp>
      <p:sp>
        <p:nvSpPr>
          <p:cNvPr id="43" name="Shape 40">
            <a:extLst xmlns:a="http://schemas.openxmlformats.org/drawingml/2006/main">
              <a:ext uri="{FF2B5EF4-FFF2-40B4-BE49-F238E27FC236}">
                <a16:creationId xmlns:a16="http://schemas.microsoft.com/office/drawing/2014/main" id="{EBE55ACA-60E2-4EE7-8425-D0CAFE1F2D5F}"/>
              </a:ext>
            </a:extLst>
          </p:cNvPr>
          <p:cNvSpPr>
            <a:spLocks xmlns:a="http://schemas.openxmlformats.org/drawingml/2006/main" noGrp="1"/>
          </p:cNvSpPr>
          <p:nvPr/>
        </p:nvSpPr>
        <p:spPr>
          <a:xfrm xmlns:a="http://schemas.openxmlformats.org/drawingml/2006/main">
            <a:off x="8796528" y="3474720"/>
            <a:ext cx="2029968" cy="7315"/>
          </a:xfrm>
          <a:prstGeom xmlns:a="http://schemas.openxmlformats.org/drawingml/2006/main" prst="rect">
            <a:avLst/>
          </a:prstGeom>
          <a:solidFill xmlns:a="http://schemas.openxmlformats.org/drawingml/2006/main">
            <a:srgbClr val="DDE3EA"/>
          </a:solidFill>
        </p:spPr>
      </p:sp>
      <p:sp>
        <p:nvSpPr>
          <p:cNvPr id="44" name="Text 41">
            <a:extLst xmlns:a="http://schemas.openxmlformats.org/drawingml/2006/main">
              <a:ext uri="{FF2B5EF4-FFF2-40B4-BE49-F238E27FC236}">
                <a16:creationId xmlns:a16="http://schemas.microsoft.com/office/drawing/2014/main" id="{7DD0F388-83F4-4732-8F50-1101BA7C050A}"/>
              </a:ext>
            </a:extLst>
          </p:cNvPr>
          <p:cNvSpPr>
            <a:spLocks xmlns:a="http://schemas.openxmlformats.org/drawingml/2006/main" noGrp="1"/>
          </p:cNvSpPr>
          <p:nvPr/>
        </p:nvSpPr>
        <p:spPr>
          <a:xfrm xmlns:a="http://schemas.openxmlformats.org/drawingml/2006/main">
            <a:off x="8796528" y="3593592"/>
            <a:ext cx="202996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0000"/>
              </a:lnSpc>
              <a:buNone/>
            </a:pPr>
            <a:r>
              <a:rPr sz="1000">
                <a:solidFill>
                  <a:srgbClr val="5D6A7C"/>
                </a:solidFill>
                <a:latin typeface="맑은 고딕"/>
                <a:ea typeface="맑은 고딕"/>
                <a:cs typeface="맑은 고딕"/>
              </a:rPr>
              <a:t>오늘·월간 일정, 결과보고·사진, SMS 설문, 만족도 통계</a:t>
            </a:r>
            <a:endParaRPr sz="1000"/>
          </a:p>
        </p:txBody>
      </p:sp>
      <p:sp>
        <p:nvSpPr>
          <p:cNvPr id="45" name="Shape 42">
            <a:extLst xmlns:a="http://schemas.openxmlformats.org/drawingml/2006/main">
              <a:ext uri="{FF2B5EF4-FFF2-40B4-BE49-F238E27FC236}">
                <a16:creationId xmlns:a16="http://schemas.microsoft.com/office/drawing/2014/main" id="{6A9B70D1-0A22-429D-A878-74A4485BC76E}"/>
              </a:ext>
            </a:extLst>
          </p:cNvPr>
          <p:cNvSpPr>
            <a:spLocks xmlns:a="http://schemas.openxmlformats.org/drawingml/2006/main" noGrp="1"/>
          </p:cNvSpPr>
          <p:nvPr/>
        </p:nvSpPr>
        <p:spPr>
          <a:xfrm xmlns:a="http://schemas.openxmlformats.org/drawingml/2006/main">
            <a:off x="502920" y="4800600"/>
            <a:ext cx="10744200" cy="868680"/>
          </a:xfrm>
          <a:prstGeom xmlns:a="http://schemas.openxmlformats.org/drawingml/2006/main" prst="roundRect">
            <a:avLst>
              <a:gd name="adj" fmla="val 8421"/>
            </a:avLst>
          </a:prstGeom>
          <a:solidFill xmlns:a="http://schemas.openxmlformats.org/drawingml/2006/main">
            <a:srgbClr val="10151E"/>
          </a:solidFill>
          <a:ln xmlns:a="http://schemas.openxmlformats.org/drawingml/2006/main" w="12700">
            <a:solidFill>
              <a:srgbClr val="DDE3EA"/>
            </a:solidFill>
            <a:prstDash val="solid"/>
          </a:ln>
        </p:spPr>
      </p:sp>
      <p:sp>
        <p:nvSpPr>
          <p:cNvPr id="46" name="Shape 43">
            <a:extLst xmlns:a="http://schemas.openxmlformats.org/drawingml/2006/main">
              <a:ext uri="{FF2B5EF4-FFF2-40B4-BE49-F238E27FC236}">
                <a16:creationId xmlns:a16="http://schemas.microsoft.com/office/drawing/2014/main" id="{5496DECB-3AE4-4128-8922-F92026245D8A}"/>
              </a:ext>
            </a:extLst>
          </p:cNvPr>
          <p:cNvSpPr>
            <a:spLocks xmlns:a="http://schemas.openxmlformats.org/drawingml/2006/main" noGrp="1"/>
          </p:cNvSpPr>
          <p:nvPr/>
        </p:nvSpPr>
        <p:spPr>
          <a:xfrm xmlns:a="http://schemas.openxmlformats.org/drawingml/2006/main">
            <a:off x="822960" y="5001768"/>
            <a:ext cx="457200" cy="457200"/>
          </a:xfrm>
          <a:prstGeom xmlns:a="http://schemas.openxmlformats.org/drawingml/2006/main" prst="ellipse">
            <a:avLst/>
          </a:prstGeom>
          <a:solidFill xmlns:a="http://schemas.openxmlformats.org/drawingml/2006/main">
            <a:srgbClr val="D2C81A">
              <a:alpha val="15000"/>
            </a:srgbClr>
          </a:solidFill>
        </p:spPr>
      </p:sp>
      <p:pic>
        <p:nvPicPr>
          <p:cNvPr id="97" name="Image 1"/>
          <p:cNvPicPr>
            <a:picLocks xmlns:a="http://schemas.openxmlformats.org/drawingml/2006/main" noChangeAspect="1"/>
          </p:cNvPicPr>
          <p:nvPr/>
        </p:nvPicPr>
        <p:blipFill>
          <a:blip xmlns:r="http://schemas.openxmlformats.org/officeDocument/2006/relationships" xmlns:a="http://schemas.openxmlformats.org/drawingml/2006/main" r:embed="R6beef00f2ef24f46"/>
          <a:stretch xmlns:a="http://schemas.openxmlformats.org/drawingml/2006/main">
            <a:fillRect l="0" t="0" r="0" b="0"/>
          </a:stretch>
        </p:blipFill>
        <p:spPr>
          <a:xfrm xmlns:a="http://schemas.openxmlformats.org/drawingml/2006/main">
            <a:off x="937260" y="5116068"/>
            <a:ext cx="228600" cy="228600"/>
          </a:xfrm>
          <a:prstGeom xmlns:a="http://schemas.openxmlformats.org/drawingml/2006/main" prst="rect">
            <a:avLst/>
          </a:prstGeom>
        </p:spPr>
      </p:pic>
      <p:sp>
        <p:nvSpPr>
          <p:cNvPr id="48" name="Text 44">
            <a:extLst xmlns:a="http://schemas.openxmlformats.org/drawingml/2006/main">
              <a:ext uri="{FF2B5EF4-FFF2-40B4-BE49-F238E27FC236}">
                <a16:creationId xmlns:a16="http://schemas.microsoft.com/office/drawing/2014/main" id="{7A63F1B5-E3FF-4A5B-81CB-FEFE6A334704}"/>
              </a:ext>
            </a:extLst>
          </p:cNvPr>
          <p:cNvSpPr>
            <a:spLocks xmlns:a="http://schemas.openxmlformats.org/drawingml/2006/main" noGrp="1"/>
          </p:cNvSpPr>
          <p:nvPr/>
        </p:nvSpPr>
        <p:spPr>
          <a:xfrm xmlns:a="http://schemas.openxmlformats.org/drawingml/2006/main">
            <a:off x="1417320" y="4937760"/>
            <a:ext cx="2743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맑은 고딕"/>
                <a:ea typeface="맑은 고딕"/>
                <a:cs typeface="맑은 고딕"/>
              </a:rPr>
              <a:t>멘토 지원 내역</a:t>
            </a:r>
            <a:endParaRPr sz="1250"/>
          </a:p>
        </p:txBody>
      </p:sp>
      <p:sp>
        <p:nvSpPr>
          <p:cNvPr id="49" name="Text 45">
            <a:extLst xmlns:a="http://schemas.openxmlformats.org/drawingml/2006/main">
              <a:ext uri="{FF2B5EF4-FFF2-40B4-BE49-F238E27FC236}">
                <a16:creationId xmlns:a16="http://schemas.microsoft.com/office/drawing/2014/main" id="{F524C58C-43D0-4EFE-9E9A-1AFA01932C9F}"/>
              </a:ext>
            </a:extLst>
          </p:cNvPr>
          <p:cNvSpPr>
            <a:spLocks xmlns:a="http://schemas.openxmlformats.org/drawingml/2006/main" noGrp="1"/>
          </p:cNvSpPr>
          <p:nvPr/>
        </p:nvSpPr>
        <p:spPr>
          <a:xfrm xmlns:a="http://schemas.openxmlformats.org/drawingml/2006/main">
            <a:off x="4297680" y="4937760"/>
            <a:ext cx="6675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50">
                <a:solidFill>
                  <a:srgbClr val="C6D0DE"/>
                </a:solidFill>
                <a:latin typeface="맑은 고딕"/>
                <a:ea typeface="맑은 고딕"/>
                <a:cs typeface="맑은 고딕"/>
              </a:rPr>
              <a:t>[확인 필요] 멘토의 주제 선정 피드백, 질의응답, 중간 점검 내용을 발표 전 입력합니다. 팀은 화면 단위 분업으로 각 담당자가 Controller부터 화면까지 주도했습니다.</a:t>
            </a:r>
            <a:endParaRPr sz="1150"/>
          </a:p>
        </p:txBody>
      </p:sp>
    </p:spTree>
    <p:extLst>
      <p:ext uri="{BB962C8B-B14F-4D97-AF65-F5344CB8AC3E}">
        <p14:creationId xmlns:p14="http://schemas.microsoft.com/office/powerpoint/2010/main" val="6973867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C0A401-474D-4D4B-AA0F-67A73F318CC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893A786E-9A6B-4275-B6CF-DF0243A204AC}"/>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CAF382DD-71BF-4FCA-A443-F6D3379DCBE3}"/>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2594287C-3D18-4EFE-8154-52ACC23780F9}"/>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D02CEC3F-B367-40F6-A651-1E27168F5799}"/>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145BCB01-A09F-4C87-9BF8-9B227F68C07C}"/>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9EBC5DE6-D01A-4023-85AF-1D08F1D7DF45}"/>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89479D6B-0D73-4B68-A9D3-0B1CE8050F43}"/>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6" name="Image 0"/>
          <p:cNvPicPr>
            <a:picLocks xmlns:a="http://schemas.openxmlformats.org/drawingml/2006/main" noChangeAspect="1"/>
          </p:cNvPicPr>
          <p:nvPr/>
        </p:nvPicPr>
        <p:blipFill>
          <a:blip xmlns:r="http://schemas.openxmlformats.org/officeDocument/2006/relationships" xmlns:a="http://schemas.openxmlformats.org/drawingml/2006/main" r:embed="Rd9d86549d2ba4a42"/>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318CF7AF-E4B2-4FEA-83B4-F239F637523B}"/>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FFF67D6F-59FC-4D48-8EE9-CA6BE6255C54}"/>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6E1B5DEC-B967-4F36-B43B-44E405664680}"/>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03   프로젝트 수행 절차 및 방법</a:t>
            </a:r>
            <a:endParaRPr sz="1200"/>
          </a:p>
        </p:txBody>
      </p:sp>
      <p:sp>
        <p:nvSpPr>
          <p:cNvPr id="14" name="Text 11">
            <a:extLst xmlns:a="http://schemas.openxmlformats.org/drawingml/2006/main">
              <a:ext uri="{FF2B5EF4-FFF2-40B4-BE49-F238E27FC236}">
                <a16:creationId xmlns:a16="http://schemas.microsoft.com/office/drawing/2014/main" id="{45EA4777-37FF-430D-9344-FDF01871F7E9}"/>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사전 기획, 기능 연결, 피드백 반영, 실환경 테스트 순으로 진행</a:t>
            </a:r>
            <a:endParaRPr sz="2500"/>
          </a:p>
        </p:txBody>
      </p:sp>
      <p:sp>
        <p:nvSpPr>
          <p:cNvPr id="15" name="Text 12">
            <a:extLst xmlns:a="http://schemas.openxmlformats.org/drawingml/2006/main">
              <a:ext uri="{FF2B5EF4-FFF2-40B4-BE49-F238E27FC236}">
                <a16:creationId xmlns:a16="http://schemas.microsoft.com/office/drawing/2014/main" id="{9C2D525B-3946-4A41-BA68-9AB197880CD8}"/>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D030FCB1-0FE7-4658-82CE-1D1FDDD7FA7B}"/>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06</a:t>
            </a:r>
            <a:endParaRPr sz="900"/>
          </a:p>
        </p:txBody>
      </p:sp>
      <p:sp>
        <p:nvSpPr>
          <p:cNvPr id="17" name="Shape 14">
            <a:extLst xmlns:a="http://schemas.openxmlformats.org/drawingml/2006/main">
              <a:ext uri="{FF2B5EF4-FFF2-40B4-BE49-F238E27FC236}">
                <a16:creationId xmlns:a16="http://schemas.microsoft.com/office/drawing/2014/main" id="{C278C2EE-3365-4F67-AFBA-F7024AE46E44}"/>
              </a:ext>
            </a:extLst>
          </p:cNvPr>
          <p:cNvSpPr>
            <a:spLocks xmlns:a="http://schemas.openxmlformats.org/drawingml/2006/main" noGrp="1"/>
          </p:cNvSpPr>
          <p:nvPr/>
        </p:nvSpPr>
        <p:spPr>
          <a:xfrm xmlns:a="http://schemas.openxmlformats.org/drawingml/2006/main">
            <a:off x="640080" y="2148840"/>
            <a:ext cx="9829800" cy="27432"/>
          </a:xfrm>
          <a:prstGeom xmlns:a="http://schemas.openxmlformats.org/drawingml/2006/main" prst="rect">
            <a:avLst/>
          </a:prstGeom>
          <a:solidFill xmlns:a="http://schemas.openxmlformats.org/drawingml/2006/main">
            <a:srgbClr val="DDE3EA"/>
          </a:solidFill>
        </p:spPr>
      </p:sp>
      <p:sp>
        <p:nvSpPr>
          <p:cNvPr id="18" name="Shape 15">
            <a:extLst xmlns:a="http://schemas.openxmlformats.org/drawingml/2006/main">
              <a:ext uri="{FF2B5EF4-FFF2-40B4-BE49-F238E27FC236}">
                <a16:creationId xmlns:a16="http://schemas.microsoft.com/office/drawing/2014/main" id="{B917488E-633C-4968-80DC-831E218DA672}"/>
              </a:ext>
            </a:extLst>
          </p:cNvPr>
          <p:cNvSpPr>
            <a:spLocks xmlns:a="http://schemas.openxmlformats.org/drawingml/2006/main" noGrp="1"/>
          </p:cNvSpPr>
          <p:nvPr/>
        </p:nvSpPr>
        <p:spPr>
          <a:xfrm xmlns:a="http://schemas.openxmlformats.org/drawingml/2006/main">
            <a:off x="521208" y="2057400"/>
            <a:ext cx="210312" cy="210312"/>
          </a:xfrm>
          <a:prstGeom xmlns:a="http://schemas.openxmlformats.org/drawingml/2006/main" prst="ellipse">
            <a:avLst/>
          </a:prstGeom>
          <a:solidFill xmlns:a="http://schemas.openxmlformats.org/drawingml/2006/main">
            <a:srgbClr val="2B6BF0"/>
          </a:solidFill>
          <a:ln xmlns:a="http://schemas.openxmlformats.org/drawingml/2006/main" w="38100">
            <a:solidFill>
              <a:srgbClr val="FFFFFF"/>
            </a:solidFill>
            <a:prstDash val="solid"/>
          </a:ln>
        </p:spPr>
      </p:sp>
      <p:sp>
        <p:nvSpPr>
          <p:cNvPr id="19" name="Text 16">
            <a:extLst xmlns:a="http://schemas.openxmlformats.org/drawingml/2006/main">
              <a:ext uri="{FF2B5EF4-FFF2-40B4-BE49-F238E27FC236}">
                <a16:creationId xmlns:a16="http://schemas.microsoft.com/office/drawing/2014/main" id="{721496FD-69F8-4F89-8160-7DC26E2846AC}"/>
              </a:ext>
            </a:extLst>
          </p:cNvPr>
          <p:cNvSpPr>
            <a:spLocks xmlns:a="http://schemas.openxmlformats.org/drawingml/2006/main" noGrp="1"/>
          </p:cNvSpPr>
          <p:nvPr/>
        </p:nvSpPr>
        <p:spPr>
          <a:xfrm xmlns:a="http://schemas.openxmlformats.org/drawingml/2006/main">
            <a:off x="1828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B6BF0"/>
                </a:solidFill>
                <a:latin typeface="Arial"/>
                <a:ea typeface="Arial"/>
                <a:cs typeface="Arial"/>
              </a:rPr>
              <a:t>09.08</a:t>
            </a:r>
            <a:endParaRPr sz="1200"/>
          </a:p>
        </p:txBody>
      </p:sp>
      <p:sp>
        <p:nvSpPr>
          <p:cNvPr id="20" name="Text 17">
            <a:extLst xmlns:a="http://schemas.openxmlformats.org/drawingml/2006/main">
              <a:ext uri="{FF2B5EF4-FFF2-40B4-BE49-F238E27FC236}">
                <a16:creationId xmlns:a16="http://schemas.microsoft.com/office/drawing/2014/main" id="{F6A54BFB-DD93-4B67-A40E-1650DBCB91F7}"/>
              </a:ext>
            </a:extLst>
          </p:cNvPr>
          <p:cNvSpPr>
            <a:spLocks xmlns:a="http://schemas.openxmlformats.org/drawingml/2006/main" noGrp="1"/>
          </p:cNvSpPr>
          <p:nvPr/>
        </p:nvSpPr>
        <p:spPr>
          <a:xfrm xmlns:a="http://schemas.openxmlformats.org/drawingml/2006/main">
            <a:off x="1828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기획·역할 분담</a:t>
            </a:r>
            <a:endParaRPr sz="1300"/>
          </a:p>
        </p:txBody>
      </p:sp>
      <p:sp>
        <p:nvSpPr>
          <p:cNvPr id="21" name="Text 18">
            <a:extLst xmlns:a="http://schemas.openxmlformats.org/drawingml/2006/main">
              <a:ext uri="{FF2B5EF4-FFF2-40B4-BE49-F238E27FC236}">
                <a16:creationId xmlns:a16="http://schemas.microsoft.com/office/drawing/2014/main" id="{73EB4D1D-1A9C-4FE1-BEF0-9AAC9165B4D0}"/>
              </a:ext>
            </a:extLst>
          </p:cNvPr>
          <p:cNvSpPr>
            <a:spLocks xmlns:a="http://schemas.openxmlformats.org/drawingml/2006/main" noGrp="1"/>
          </p:cNvSpPr>
          <p:nvPr/>
        </p:nvSpPr>
        <p:spPr>
          <a:xfrm xmlns:a="http://schemas.openxmlformats.org/drawingml/2006/main">
            <a:off x="1828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주제 확정, 역할 3종과 화면 범위 정의, Git 전략 합의</a:t>
            </a:r>
            <a:endParaRPr sz="1000"/>
          </a:p>
        </p:txBody>
      </p:sp>
      <p:sp>
        <p:nvSpPr>
          <p:cNvPr id="22" name="Shape 19">
            <a:extLst xmlns:a="http://schemas.openxmlformats.org/drawingml/2006/main">
              <a:ext uri="{FF2B5EF4-FFF2-40B4-BE49-F238E27FC236}">
                <a16:creationId xmlns:a16="http://schemas.microsoft.com/office/drawing/2014/main" id="{4ACB0DEF-791C-44B0-9FF5-7AB3CBE4C9F1}"/>
              </a:ext>
            </a:extLst>
          </p:cNvPr>
          <p:cNvSpPr>
            <a:spLocks xmlns:a="http://schemas.openxmlformats.org/drawingml/2006/main" noGrp="1"/>
          </p:cNvSpPr>
          <p:nvPr/>
        </p:nvSpPr>
        <p:spPr>
          <a:xfrm xmlns:a="http://schemas.openxmlformats.org/drawingml/2006/main">
            <a:off x="2578608" y="2057400"/>
            <a:ext cx="210312" cy="210312"/>
          </a:xfrm>
          <a:prstGeom xmlns:a="http://schemas.openxmlformats.org/drawingml/2006/main" prst="ellipse">
            <a:avLst/>
          </a:prstGeom>
          <a:solidFill xmlns:a="http://schemas.openxmlformats.org/drawingml/2006/main">
            <a:srgbClr val="1FBBD1"/>
          </a:solidFill>
          <a:ln xmlns:a="http://schemas.openxmlformats.org/drawingml/2006/main" w="38100">
            <a:solidFill>
              <a:srgbClr val="FFFFFF"/>
            </a:solidFill>
            <a:prstDash val="solid"/>
          </a:ln>
        </p:spPr>
      </p:sp>
      <p:sp>
        <p:nvSpPr>
          <p:cNvPr id="23" name="Text 20">
            <a:extLst xmlns:a="http://schemas.openxmlformats.org/drawingml/2006/main">
              <a:ext uri="{FF2B5EF4-FFF2-40B4-BE49-F238E27FC236}">
                <a16:creationId xmlns:a16="http://schemas.microsoft.com/office/drawing/2014/main" id="{06FB8EA3-C48A-46A9-8C8B-A4073FB20672}"/>
              </a:ext>
            </a:extLst>
          </p:cNvPr>
          <p:cNvSpPr>
            <a:spLocks xmlns:a="http://schemas.openxmlformats.org/drawingml/2006/main" noGrp="1"/>
          </p:cNvSpPr>
          <p:nvPr/>
        </p:nvSpPr>
        <p:spPr>
          <a:xfrm xmlns:a="http://schemas.openxmlformats.org/drawingml/2006/main">
            <a:off x="22402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BBD1"/>
                </a:solidFill>
                <a:latin typeface="Arial"/>
                <a:ea typeface="Arial"/>
                <a:cs typeface="Arial"/>
              </a:rPr>
              <a:t>09.09</a:t>
            </a:r>
            <a:endParaRPr sz="1200"/>
          </a:p>
        </p:txBody>
      </p:sp>
      <p:sp>
        <p:nvSpPr>
          <p:cNvPr id="24" name="Text 21">
            <a:extLst xmlns:a="http://schemas.openxmlformats.org/drawingml/2006/main">
              <a:ext uri="{FF2B5EF4-FFF2-40B4-BE49-F238E27FC236}">
                <a16:creationId xmlns:a16="http://schemas.microsoft.com/office/drawing/2014/main" id="{D5138B8A-B6CB-4CC5-AE4D-48D43FC6E328}"/>
              </a:ext>
            </a:extLst>
          </p:cNvPr>
          <p:cNvSpPr>
            <a:spLocks xmlns:a="http://schemas.openxmlformats.org/drawingml/2006/main" noGrp="1"/>
          </p:cNvSpPr>
          <p:nvPr/>
        </p:nvSpPr>
        <p:spPr>
          <a:xfrm xmlns:a="http://schemas.openxmlformats.org/drawingml/2006/main">
            <a:off x="22402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DB·화면 뼈대</a:t>
            </a:r>
            <a:endParaRPr sz="1300"/>
          </a:p>
        </p:txBody>
      </p:sp>
      <p:sp>
        <p:nvSpPr>
          <p:cNvPr id="25" name="Text 22">
            <a:extLst xmlns:a="http://schemas.openxmlformats.org/drawingml/2006/main">
              <a:ext uri="{FF2B5EF4-FFF2-40B4-BE49-F238E27FC236}">
                <a16:creationId xmlns:a16="http://schemas.microsoft.com/office/drawing/2014/main" id="{B153C382-0C18-4B03-9706-CB48DF3CF3C2}"/>
              </a:ext>
            </a:extLst>
          </p:cNvPr>
          <p:cNvSpPr>
            <a:spLocks xmlns:a="http://schemas.openxmlformats.org/drawingml/2006/main" noGrp="1"/>
          </p:cNvSpPr>
          <p:nvPr/>
        </p:nvSpPr>
        <p:spPr>
          <a:xfrm xmlns:a="http://schemas.openxmlformats.org/drawingml/2006/main">
            <a:off x="22402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핵심 테이블 설계, 로그인·공통 화면, 결과보고 초안</a:t>
            </a:r>
            <a:endParaRPr sz="1000"/>
          </a:p>
        </p:txBody>
      </p:sp>
      <p:sp>
        <p:nvSpPr>
          <p:cNvPr id="26" name="Shape 23">
            <a:extLst xmlns:a="http://schemas.openxmlformats.org/drawingml/2006/main">
              <a:ext uri="{FF2B5EF4-FFF2-40B4-BE49-F238E27FC236}">
                <a16:creationId xmlns:a16="http://schemas.microsoft.com/office/drawing/2014/main" id="{BE4C8231-81C9-4A8E-9DB3-2E66DC066CE7}"/>
              </a:ext>
            </a:extLst>
          </p:cNvPr>
          <p:cNvSpPr>
            <a:spLocks xmlns:a="http://schemas.openxmlformats.org/drawingml/2006/main" noGrp="1"/>
          </p:cNvSpPr>
          <p:nvPr/>
        </p:nvSpPr>
        <p:spPr>
          <a:xfrm xmlns:a="http://schemas.openxmlformats.org/drawingml/2006/main">
            <a:off x="4636008" y="2057400"/>
            <a:ext cx="210312" cy="210312"/>
          </a:xfrm>
          <a:prstGeom xmlns:a="http://schemas.openxmlformats.org/drawingml/2006/main" prst="ellipse">
            <a:avLst/>
          </a:prstGeom>
          <a:solidFill xmlns:a="http://schemas.openxmlformats.org/drawingml/2006/main">
            <a:srgbClr val="3CC98A"/>
          </a:solidFill>
          <a:ln xmlns:a="http://schemas.openxmlformats.org/drawingml/2006/main" w="38100">
            <a:solidFill>
              <a:srgbClr val="FFFFFF"/>
            </a:solidFill>
            <a:prstDash val="solid"/>
          </a:ln>
        </p:spPr>
      </p:sp>
      <p:sp>
        <p:nvSpPr>
          <p:cNvPr id="27" name="Text 24">
            <a:extLst xmlns:a="http://schemas.openxmlformats.org/drawingml/2006/main">
              <a:ext uri="{FF2B5EF4-FFF2-40B4-BE49-F238E27FC236}">
                <a16:creationId xmlns:a16="http://schemas.microsoft.com/office/drawing/2014/main" id="{15D7C3FF-E8AF-4F25-8C0F-D34C48F3CD96}"/>
              </a:ext>
            </a:extLst>
          </p:cNvPr>
          <p:cNvSpPr>
            <a:spLocks xmlns:a="http://schemas.openxmlformats.org/drawingml/2006/main" noGrp="1"/>
          </p:cNvSpPr>
          <p:nvPr/>
        </p:nvSpPr>
        <p:spPr>
          <a:xfrm xmlns:a="http://schemas.openxmlformats.org/drawingml/2006/main">
            <a:off x="42976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3CC98A"/>
                </a:solidFill>
                <a:latin typeface="Arial"/>
                <a:ea typeface="Arial"/>
                <a:cs typeface="Arial"/>
              </a:rPr>
              <a:t>09.10~11</a:t>
            </a:r>
            <a:endParaRPr sz="1200"/>
          </a:p>
        </p:txBody>
      </p:sp>
      <p:sp>
        <p:nvSpPr>
          <p:cNvPr id="28" name="Text 25">
            <a:extLst xmlns:a="http://schemas.openxmlformats.org/drawingml/2006/main">
              <a:ext uri="{FF2B5EF4-FFF2-40B4-BE49-F238E27FC236}">
                <a16:creationId xmlns:a16="http://schemas.microsoft.com/office/drawing/2014/main" id="{9012601C-A999-428E-9AFE-2115468E7633}"/>
              </a:ext>
            </a:extLst>
          </p:cNvPr>
          <p:cNvSpPr>
            <a:spLocks xmlns:a="http://schemas.openxmlformats.org/drawingml/2006/main" noGrp="1"/>
          </p:cNvSpPr>
          <p:nvPr/>
        </p:nvSpPr>
        <p:spPr>
          <a:xfrm xmlns:a="http://schemas.openxmlformats.org/drawingml/2006/main">
            <a:off x="42976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핵심 기능 연결</a:t>
            </a:r>
            <a:endParaRPr sz="1300"/>
          </a:p>
        </p:txBody>
      </p:sp>
      <p:sp>
        <p:nvSpPr>
          <p:cNvPr id="29" name="Text 26">
            <a:extLst xmlns:a="http://schemas.openxmlformats.org/drawingml/2006/main">
              <a:ext uri="{FF2B5EF4-FFF2-40B4-BE49-F238E27FC236}">
                <a16:creationId xmlns:a16="http://schemas.microsoft.com/office/drawing/2014/main" id="{542E8198-C759-47BC-B1BE-C773CA48A991}"/>
              </a:ext>
            </a:extLst>
          </p:cNvPr>
          <p:cNvSpPr>
            <a:spLocks xmlns:a="http://schemas.openxmlformats.org/drawingml/2006/main" noGrp="1"/>
          </p:cNvSpPr>
          <p:nvPr/>
        </p:nvSpPr>
        <p:spPr>
          <a:xfrm xmlns:a="http://schemas.openxmlformats.org/drawingml/2006/main">
            <a:off x="42976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기사 일정, 결과보고, SMS, 자체 만족도 설문까지 연결</a:t>
            </a:r>
            <a:endParaRPr sz="1000"/>
          </a:p>
        </p:txBody>
      </p:sp>
      <p:sp>
        <p:nvSpPr>
          <p:cNvPr id="30" name="Shape 27">
            <a:extLst xmlns:a="http://schemas.openxmlformats.org/drawingml/2006/main">
              <a:ext uri="{FF2B5EF4-FFF2-40B4-BE49-F238E27FC236}">
                <a16:creationId xmlns:a16="http://schemas.microsoft.com/office/drawing/2014/main" id="{73C3D5DA-E0F2-4F38-9F1B-EC8F5192F859}"/>
              </a:ext>
            </a:extLst>
          </p:cNvPr>
          <p:cNvSpPr>
            <a:spLocks xmlns:a="http://schemas.openxmlformats.org/drawingml/2006/main" noGrp="1"/>
          </p:cNvSpPr>
          <p:nvPr/>
        </p:nvSpPr>
        <p:spPr>
          <a:xfrm xmlns:a="http://schemas.openxmlformats.org/drawingml/2006/main">
            <a:off x="6693408" y="2057400"/>
            <a:ext cx="210312" cy="210312"/>
          </a:xfrm>
          <a:prstGeom xmlns:a="http://schemas.openxmlformats.org/drawingml/2006/main" prst="ellipse">
            <a:avLst/>
          </a:prstGeom>
          <a:solidFill xmlns:a="http://schemas.openxmlformats.org/drawingml/2006/main">
            <a:srgbClr val="FF5A1F"/>
          </a:solidFill>
          <a:ln xmlns:a="http://schemas.openxmlformats.org/drawingml/2006/main" w="38100">
            <a:solidFill>
              <a:srgbClr val="FFFFFF"/>
            </a:solidFill>
            <a:prstDash val="solid"/>
          </a:ln>
        </p:spPr>
      </p:sp>
      <p:sp>
        <p:nvSpPr>
          <p:cNvPr id="31" name="Text 28">
            <a:extLst xmlns:a="http://schemas.openxmlformats.org/drawingml/2006/main">
              <a:ext uri="{FF2B5EF4-FFF2-40B4-BE49-F238E27FC236}">
                <a16:creationId xmlns:a16="http://schemas.microsoft.com/office/drawing/2014/main" id="{292BE871-1282-4FF6-8CFB-378BE8DAAA90}"/>
              </a:ext>
            </a:extLst>
          </p:cNvPr>
          <p:cNvSpPr>
            <a:spLocks xmlns:a="http://schemas.openxmlformats.org/drawingml/2006/main" noGrp="1"/>
          </p:cNvSpPr>
          <p:nvPr/>
        </p:nvSpPr>
        <p:spPr>
          <a:xfrm xmlns:a="http://schemas.openxmlformats.org/drawingml/2006/main">
            <a:off x="63550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FF5A1F"/>
                </a:solidFill>
                <a:latin typeface="Arial"/>
                <a:ea typeface="Arial"/>
                <a:cs typeface="Arial"/>
              </a:rPr>
              <a:t>09.14</a:t>
            </a:r>
            <a:endParaRPr sz="1200"/>
          </a:p>
        </p:txBody>
      </p:sp>
      <p:sp>
        <p:nvSpPr>
          <p:cNvPr id="32" name="Text 29">
            <a:extLst xmlns:a="http://schemas.openxmlformats.org/drawingml/2006/main">
              <a:ext uri="{FF2B5EF4-FFF2-40B4-BE49-F238E27FC236}">
                <a16:creationId xmlns:a16="http://schemas.microsoft.com/office/drawing/2014/main" id="{B48B81F1-8819-43C4-A3EA-8D8A5A354F22}"/>
              </a:ext>
            </a:extLst>
          </p:cNvPr>
          <p:cNvSpPr>
            <a:spLocks xmlns:a="http://schemas.openxmlformats.org/drawingml/2006/main" noGrp="1"/>
          </p:cNvSpPr>
          <p:nvPr/>
        </p:nvSpPr>
        <p:spPr>
          <a:xfrm xmlns:a="http://schemas.openxmlformats.org/drawingml/2006/main">
            <a:off x="63550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피드백·품질 개선</a:t>
            </a:r>
            <a:endParaRPr sz="1300"/>
          </a:p>
        </p:txBody>
      </p:sp>
      <p:sp>
        <p:nvSpPr>
          <p:cNvPr id="33" name="Text 30">
            <a:extLst xmlns:a="http://schemas.openxmlformats.org/drawingml/2006/main">
              <a:ext uri="{FF2B5EF4-FFF2-40B4-BE49-F238E27FC236}">
                <a16:creationId xmlns:a16="http://schemas.microsoft.com/office/drawing/2014/main" id="{7796B56B-FF4E-45D1-8548-B7311E2B358C}"/>
              </a:ext>
            </a:extLst>
          </p:cNvPr>
          <p:cNvSpPr>
            <a:spLocks xmlns:a="http://schemas.openxmlformats.org/drawingml/2006/main" noGrp="1"/>
          </p:cNvSpPr>
          <p:nvPr/>
        </p:nvSpPr>
        <p:spPr>
          <a:xfrm xmlns:a="http://schemas.openxmlformats.org/drawingml/2006/main">
            <a:off x="63550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기사번호 오류 수정, 통계 추가, 전 화면 디자인 통합</a:t>
            </a:r>
            <a:endParaRPr sz="1000"/>
          </a:p>
        </p:txBody>
      </p:sp>
      <p:sp>
        <p:nvSpPr>
          <p:cNvPr id="34" name="Shape 31">
            <a:extLst xmlns:a="http://schemas.openxmlformats.org/drawingml/2006/main">
              <a:ext uri="{FF2B5EF4-FFF2-40B4-BE49-F238E27FC236}">
                <a16:creationId xmlns:a16="http://schemas.microsoft.com/office/drawing/2014/main" id="{3EBB272A-D737-4399-AC44-C4C28A7166F5}"/>
              </a:ext>
            </a:extLst>
          </p:cNvPr>
          <p:cNvSpPr>
            <a:spLocks xmlns:a="http://schemas.openxmlformats.org/drawingml/2006/main" noGrp="1"/>
          </p:cNvSpPr>
          <p:nvPr/>
        </p:nvSpPr>
        <p:spPr>
          <a:xfrm xmlns:a="http://schemas.openxmlformats.org/drawingml/2006/main">
            <a:off x="8750808" y="2057400"/>
            <a:ext cx="210312" cy="210312"/>
          </a:xfrm>
          <a:prstGeom xmlns:a="http://schemas.openxmlformats.org/drawingml/2006/main" prst="ellipse">
            <a:avLst/>
          </a:prstGeom>
          <a:solidFill xmlns:a="http://schemas.openxmlformats.org/drawingml/2006/main">
            <a:srgbClr val="E63A1A"/>
          </a:solidFill>
          <a:ln xmlns:a="http://schemas.openxmlformats.org/drawingml/2006/main" w="38100">
            <a:solidFill>
              <a:srgbClr val="FFFFFF"/>
            </a:solidFill>
            <a:prstDash val="solid"/>
          </a:ln>
        </p:spPr>
      </p:sp>
      <p:sp>
        <p:nvSpPr>
          <p:cNvPr id="35" name="Text 32">
            <a:extLst xmlns:a="http://schemas.openxmlformats.org/drawingml/2006/main">
              <a:ext uri="{FF2B5EF4-FFF2-40B4-BE49-F238E27FC236}">
                <a16:creationId xmlns:a16="http://schemas.microsoft.com/office/drawing/2014/main" id="{2955855C-4CA3-42F1-BCA3-53E10F8B1C27}"/>
              </a:ext>
            </a:extLst>
          </p:cNvPr>
          <p:cNvSpPr>
            <a:spLocks xmlns:a="http://schemas.openxmlformats.org/drawingml/2006/main" noGrp="1"/>
          </p:cNvSpPr>
          <p:nvPr/>
        </p:nvSpPr>
        <p:spPr>
          <a:xfrm xmlns:a="http://schemas.openxmlformats.org/drawingml/2006/main">
            <a:off x="8412480" y="1444752"/>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63A1A"/>
                </a:solidFill>
                <a:latin typeface="Arial"/>
                <a:ea typeface="Arial"/>
                <a:cs typeface="Arial"/>
              </a:rPr>
              <a:t>09.15</a:t>
            </a:r>
            <a:endParaRPr sz="1200"/>
          </a:p>
        </p:txBody>
      </p:sp>
      <p:sp>
        <p:nvSpPr>
          <p:cNvPr id="36" name="Text 33">
            <a:extLst xmlns:a="http://schemas.openxmlformats.org/drawingml/2006/main">
              <a:ext uri="{FF2B5EF4-FFF2-40B4-BE49-F238E27FC236}">
                <a16:creationId xmlns:a16="http://schemas.microsoft.com/office/drawing/2014/main" id="{4AD352F9-3288-4C40-BC50-AF3346D50F8A}"/>
              </a:ext>
            </a:extLst>
          </p:cNvPr>
          <p:cNvSpPr>
            <a:spLocks xmlns:a="http://schemas.openxmlformats.org/drawingml/2006/main" noGrp="1"/>
          </p:cNvSpPr>
          <p:nvPr/>
        </p:nvSpPr>
        <p:spPr>
          <a:xfrm xmlns:a="http://schemas.openxmlformats.org/drawingml/2006/main">
            <a:off x="8412480" y="2350008"/>
            <a:ext cx="1920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통합·검증</a:t>
            </a:r>
            <a:endParaRPr sz="1300"/>
          </a:p>
        </p:txBody>
      </p:sp>
      <p:sp>
        <p:nvSpPr>
          <p:cNvPr id="37" name="Text 34">
            <a:extLst xmlns:a="http://schemas.openxmlformats.org/drawingml/2006/main">
              <a:ext uri="{FF2B5EF4-FFF2-40B4-BE49-F238E27FC236}">
                <a16:creationId xmlns:a16="http://schemas.microsoft.com/office/drawing/2014/main" id="{8A4B22BB-7C81-4152-AD40-2199833A5CA3}"/>
              </a:ext>
            </a:extLst>
          </p:cNvPr>
          <p:cNvSpPr>
            <a:spLocks xmlns:a="http://schemas.openxmlformats.org/drawingml/2006/main" noGrp="1"/>
          </p:cNvSpPr>
          <p:nvPr/>
        </p:nvSpPr>
        <p:spPr>
          <a:xfrm xmlns:a="http://schemas.openxmlformats.org/drawingml/2006/main">
            <a:off x="8412480" y="2679192"/>
            <a:ext cx="19659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000">
                <a:solidFill>
                  <a:srgbClr val="5D6A7C"/>
                </a:solidFill>
                <a:latin typeface="맑은 고딕"/>
                <a:ea typeface="맑은 고딕"/>
                <a:cs typeface="맑은 고딕"/>
              </a:rPr>
              <a:t>더미 데이터로 전체 흐름 점검, 빌드·자동 테스트 통과</a:t>
            </a:r>
            <a:endParaRPr sz="1000"/>
          </a:p>
        </p:txBody>
      </p:sp>
      <p:sp>
        <p:nvSpPr>
          <p:cNvPr id="38" name="Shape 35">
            <a:extLst xmlns:a="http://schemas.openxmlformats.org/drawingml/2006/main">
              <a:ext uri="{FF2B5EF4-FFF2-40B4-BE49-F238E27FC236}">
                <a16:creationId xmlns:a16="http://schemas.microsoft.com/office/drawing/2014/main" id="{993C5F2C-EC36-436A-941F-869436179584}"/>
              </a:ext>
            </a:extLst>
          </p:cNvPr>
          <p:cNvSpPr>
            <a:spLocks xmlns:a="http://schemas.openxmlformats.org/drawingml/2006/main" noGrp="1"/>
          </p:cNvSpPr>
          <p:nvPr/>
        </p:nvSpPr>
        <p:spPr>
          <a:xfrm xmlns:a="http://schemas.openxmlformats.org/drawingml/2006/main">
            <a:off x="502920" y="4160520"/>
            <a:ext cx="5166360" cy="1691640"/>
          </a:xfrm>
          <a:prstGeom xmlns:a="http://schemas.openxmlformats.org/drawingml/2006/main" prst="roundRect">
            <a:avLst>
              <a:gd name="adj" fmla="val 432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Text 36">
            <a:extLst xmlns:a="http://schemas.openxmlformats.org/drawingml/2006/main">
              <a:ext uri="{FF2B5EF4-FFF2-40B4-BE49-F238E27FC236}">
                <a16:creationId xmlns:a16="http://schemas.microsoft.com/office/drawing/2014/main" id="{A266C154-8AE6-4DDA-9182-3CC641BD1923}"/>
              </a:ext>
            </a:extLst>
          </p:cNvPr>
          <p:cNvSpPr>
            <a:spLocks xmlns:a="http://schemas.openxmlformats.org/drawingml/2006/main" noGrp="1"/>
          </p:cNvSpPr>
          <p:nvPr/>
        </p:nvSpPr>
        <p:spPr>
          <a:xfrm xmlns:a="http://schemas.openxmlformats.org/drawingml/2006/main">
            <a:off x="777240" y="436168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Git 브랜치 전략</a:t>
            </a:r>
            <a:endParaRPr sz="1300"/>
          </a:p>
        </p:txBody>
      </p:sp>
      <p:sp>
        <p:nvSpPr>
          <p:cNvPr id="40" name="Shape 37">
            <a:extLst xmlns:a="http://schemas.openxmlformats.org/drawingml/2006/main">
              <a:ext uri="{FF2B5EF4-FFF2-40B4-BE49-F238E27FC236}">
                <a16:creationId xmlns:a16="http://schemas.microsoft.com/office/drawing/2014/main" id="{4D8F33D9-2622-462D-95FA-2F331A3A62D6}"/>
              </a:ext>
            </a:extLst>
          </p:cNvPr>
          <p:cNvSpPr>
            <a:spLocks xmlns:a="http://schemas.openxmlformats.org/drawingml/2006/main" noGrp="1"/>
          </p:cNvSpPr>
          <p:nvPr/>
        </p:nvSpPr>
        <p:spPr>
          <a:xfrm xmlns:a="http://schemas.openxmlformats.org/drawingml/2006/main">
            <a:off x="777240" y="4782312"/>
            <a:ext cx="1051560" cy="292608"/>
          </a:xfrm>
          <a:prstGeom xmlns:a="http://schemas.openxmlformats.org/drawingml/2006/main" prst="roundRect">
            <a:avLst>
              <a:gd name="adj" fmla="val 18750"/>
            </a:avLst>
          </a:prstGeom>
          <a:solidFill xmlns:a="http://schemas.openxmlformats.org/drawingml/2006/main">
            <a:srgbClr val="E63A1A">
              <a:alpha val="15000"/>
            </a:srgbClr>
          </a:solidFill>
        </p:spPr>
      </p:sp>
      <p:sp>
        <p:nvSpPr>
          <p:cNvPr id="41" name="Text 38">
            <a:extLst xmlns:a="http://schemas.openxmlformats.org/drawingml/2006/main">
              <a:ext uri="{FF2B5EF4-FFF2-40B4-BE49-F238E27FC236}">
                <a16:creationId xmlns:a16="http://schemas.microsoft.com/office/drawing/2014/main" id="{928BCAFE-1B2A-4BD6-9A77-100951446465}"/>
              </a:ext>
            </a:extLst>
          </p:cNvPr>
          <p:cNvSpPr>
            <a:spLocks xmlns:a="http://schemas.openxmlformats.org/drawingml/2006/main" noGrp="1"/>
          </p:cNvSpPr>
          <p:nvPr/>
        </p:nvSpPr>
        <p:spPr>
          <a:xfrm xmlns:a="http://schemas.openxmlformats.org/drawingml/2006/main">
            <a:off x="777240" y="4782312"/>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E63A1A"/>
                </a:solidFill>
                <a:latin typeface="Arial"/>
                <a:ea typeface="Arial"/>
                <a:cs typeface="Arial"/>
              </a:rPr>
              <a:t>main</a:t>
            </a:r>
            <a:endParaRPr sz="1050"/>
          </a:p>
        </p:txBody>
      </p:sp>
      <p:sp>
        <p:nvSpPr>
          <p:cNvPr id="42" name="Text 39">
            <a:extLst xmlns:a="http://schemas.openxmlformats.org/drawingml/2006/main">
              <a:ext uri="{FF2B5EF4-FFF2-40B4-BE49-F238E27FC236}">
                <a16:creationId xmlns:a16="http://schemas.microsoft.com/office/drawing/2014/main" id="{AE366CEE-6F91-4138-9C16-BC4BB8E4C622}"/>
              </a:ext>
            </a:extLst>
          </p:cNvPr>
          <p:cNvSpPr>
            <a:spLocks xmlns:a="http://schemas.openxmlformats.org/drawingml/2006/main" noGrp="1"/>
          </p:cNvSpPr>
          <p:nvPr/>
        </p:nvSpPr>
        <p:spPr>
          <a:xfrm xmlns:a="http://schemas.openxmlformats.org/drawingml/2006/main">
            <a:off x="1965960" y="4782312"/>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최종 배포</a:t>
            </a:r>
            <a:endParaRPr sz="1050"/>
          </a:p>
        </p:txBody>
      </p:sp>
      <p:sp>
        <p:nvSpPr>
          <p:cNvPr id="43" name="Shape 40">
            <a:extLst xmlns:a="http://schemas.openxmlformats.org/drawingml/2006/main">
              <a:ext uri="{FF2B5EF4-FFF2-40B4-BE49-F238E27FC236}">
                <a16:creationId xmlns:a16="http://schemas.microsoft.com/office/drawing/2014/main" id="{836EEDFB-735C-47CC-A7F0-7065BA2C6510}"/>
              </a:ext>
            </a:extLst>
          </p:cNvPr>
          <p:cNvSpPr>
            <a:spLocks xmlns:a="http://schemas.openxmlformats.org/drawingml/2006/main" noGrp="1"/>
          </p:cNvSpPr>
          <p:nvPr/>
        </p:nvSpPr>
        <p:spPr>
          <a:xfrm xmlns:a="http://schemas.openxmlformats.org/drawingml/2006/main">
            <a:off x="777240" y="5166360"/>
            <a:ext cx="1051560" cy="292608"/>
          </a:xfrm>
          <a:prstGeom xmlns:a="http://schemas.openxmlformats.org/drawingml/2006/main" prst="roundRect">
            <a:avLst>
              <a:gd name="adj" fmla="val 18750"/>
            </a:avLst>
          </a:prstGeom>
          <a:solidFill xmlns:a="http://schemas.openxmlformats.org/drawingml/2006/main">
            <a:srgbClr val="2196D4">
              <a:alpha val="15000"/>
            </a:srgbClr>
          </a:solidFill>
        </p:spPr>
      </p:sp>
      <p:sp>
        <p:nvSpPr>
          <p:cNvPr id="44" name="Text 41">
            <a:extLst xmlns:a="http://schemas.openxmlformats.org/drawingml/2006/main">
              <a:ext uri="{FF2B5EF4-FFF2-40B4-BE49-F238E27FC236}">
                <a16:creationId xmlns:a16="http://schemas.microsoft.com/office/drawing/2014/main" id="{1F7316E5-9A0D-43AB-BA2F-D6CF087A2FA7}"/>
              </a:ext>
            </a:extLst>
          </p:cNvPr>
          <p:cNvSpPr>
            <a:spLocks xmlns:a="http://schemas.openxmlformats.org/drawingml/2006/main" noGrp="1"/>
          </p:cNvSpPr>
          <p:nvPr/>
        </p:nvSpPr>
        <p:spPr>
          <a:xfrm xmlns:a="http://schemas.openxmlformats.org/drawingml/2006/main">
            <a:off x="777240" y="5166360"/>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196D4"/>
                </a:solidFill>
                <a:latin typeface="Arial"/>
                <a:ea typeface="Arial"/>
                <a:cs typeface="Arial"/>
              </a:rPr>
              <a:t>dev</a:t>
            </a:r>
            <a:endParaRPr sz="1050"/>
          </a:p>
        </p:txBody>
      </p:sp>
      <p:sp>
        <p:nvSpPr>
          <p:cNvPr id="45" name="Text 42">
            <a:extLst xmlns:a="http://schemas.openxmlformats.org/drawingml/2006/main">
              <a:ext uri="{FF2B5EF4-FFF2-40B4-BE49-F238E27FC236}">
                <a16:creationId xmlns:a16="http://schemas.microsoft.com/office/drawing/2014/main" id="{68498802-A9AA-4E5D-B19C-1F01587340EB}"/>
              </a:ext>
            </a:extLst>
          </p:cNvPr>
          <p:cNvSpPr>
            <a:spLocks xmlns:a="http://schemas.openxmlformats.org/drawingml/2006/main" noGrp="1"/>
          </p:cNvSpPr>
          <p:nvPr/>
        </p:nvSpPr>
        <p:spPr>
          <a:xfrm xmlns:a="http://schemas.openxmlformats.org/drawingml/2006/main">
            <a:off x="1965960" y="5166360"/>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통합 개발</a:t>
            </a:r>
            <a:endParaRPr sz="1050"/>
          </a:p>
        </p:txBody>
      </p:sp>
      <p:sp>
        <p:nvSpPr>
          <p:cNvPr id="46" name="Shape 43">
            <a:extLst xmlns:a="http://schemas.openxmlformats.org/drawingml/2006/main">
              <a:ext uri="{FF2B5EF4-FFF2-40B4-BE49-F238E27FC236}">
                <a16:creationId xmlns:a16="http://schemas.microsoft.com/office/drawing/2014/main" id="{D64377B6-E25B-4159-AB46-121E63CC2378}"/>
              </a:ext>
            </a:extLst>
          </p:cNvPr>
          <p:cNvSpPr>
            <a:spLocks xmlns:a="http://schemas.openxmlformats.org/drawingml/2006/main" noGrp="1"/>
          </p:cNvSpPr>
          <p:nvPr/>
        </p:nvSpPr>
        <p:spPr>
          <a:xfrm xmlns:a="http://schemas.openxmlformats.org/drawingml/2006/main">
            <a:off x="777240" y="5550408"/>
            <a:ext cx="1051560" cy="292608"/>
          </a:xfrm>
          <a:prstGeom xmlns:a="http://schemas.openxmlformats.org/drawingml/2006/main" prst="roundRect">
            <a:avLst>
              <a:gd name="adj" fmla="val 18750"/>
            </a:avLst>
          </a:prstGeom>
          <a:solidFill xmlns:a="http://schemas.openxmlformats.org/drawingml/2006/main">
            <a:srgbClr val="2B6BF0">
              <a:alpha val="15000"/>
            </a:srgbClr>
          </a:solidFill>
        </p:spPr>
      </p:sp>
      <p:sp>
        <p:nvSpPr>
          <p:cNvPr id="47" name="Text 44">
            <a:extLst xmlns:a="http://schemas.openxmlformats.org/drawingml/2006/main">
              <a:ext uri="{FF2B5EF4-FFF2-40B4-BE49-F238E27FC236}">
                <a16:creationId xmlns:a16="http://schemas.microsoft.com/office/drawing/2014/main" id="{99AB8523-A3EA-414E-BF0B-FF729A48F52C}"/>
              </a:ext>
            </a:extLst>
          </p:cNvPr>
          <p:cNvSpPr>
            <a:spLocks xmlns:a="http://schemas.openxmlformats.org/drawingml/2006/main" noGrp="1"/>
          </p:cNvSpPr>
          <p:nvPr/>
        </p:nvSpPr>
        <p:spPr>
          <a:xfrm xmlns:a="http://schemas.openxmlformats.org/drawingml/2006/main">
            <a:off x="777240" y="5550408"/>
            <a:ext cx="10515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B6BF0"/>
                </a:solidFill>
                <a:latin typeface="Arial"/>
                <a:ea typeface="Arial"/>
                <a:cs typeface="Arial"/>
              </a:rPr>
              <a:t>feature/*</a:t>
            </a:r>
            <a:endParaRPr sz="1050"/>
          </a:p>
        </p:txBody>
      </p:sp>
      <p:sp>
        <p:nvSpPr>
          <p:cNvPr id="48" name="Text 45">
            <a:extLst xmlns:a="http://schemas.openxmlformats.org/drawingml/2006/main">
              <a:ext uri="{FF2B5EF4-FFF2-40B4-BE49-F238E27FC236}">
                <a16:creationId xmlns:a16="http://schemas.microsoft.com/office/drawing/2014/main" id="{D0C7CB57-103D-4ABA-864A-6AE59E48D20E}"/>
              </a:ext>
            </a:extLst>
          </p:cNvPr>
          <p:cNvSpPr>
            <a:spLocks xmlns:a="http://schemas.openxmlformats.org/drawingml/2006/main" noGrp="1"/>
          </p:cNvSpPr>
          <p:nvPr/>
        </p:nvSpPr>
        <p:spPr>
          <a:xfrm xmlns:a="http://schemas.openxmlformats.org/drawingml/2006/main">
            <a:off x="1965960" y="5550408"/>
            <a:ext cx="35661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개인 작업 (예: ft/admin-engineer)</a:t>
            </a:r>
            <a:endParaRPr sz="1050"/>
          </a:p>
        </p:txBody>
      </p:sp>
      <p:sp>
        <p:nvSpPr>
          <p:cNvPr id="49" name="Shape 46">
            <a:extLst xmlns:a="http://schemas.openxmlformats.org/drawingml/2006/main">
              <a:ext uri="{FF2B5EF4-FFF2-40B4-BE49-F238E27FC236}">
                <a16:creationId xmlns:a16="http://schemas.microsoft.com/office/drawing/2014/main" id="{E263157F-A0DB-4CCA-98D3-297FDF5A2BBF}"/>
              </a:ext>
            </a:extLst>
          </p:cNvPr>
          <p:cNvSpPr>
            <a:spLocks xmlns:a="http://schemas.openxmlformats.org/drawingml/2006/main" noGrp="1"/>
          </p:cNvSpPr>
          <p:nvPr/>
        </p:nvSpPr>
        <p:spPr>
          <a:xfrm xmlns:a="http://schemas.openxmlformats.org/drawingml/2006/main">
            <a:off x="5852160" y="4160520"/>
            <a:ext cx="5394960" cy="1691640"/>
          </a:xfrm>
          <a:prstGeom xmlns:a="http://schemas.openxmlformats.org/drawingml/2006/main" prst="roundRect">
            <a:avLst>
              <a:gd name="adj" fmla="val 432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50" name="Text 47">
            <a:extLst xmlns:a="http://schemas.openxmlformats.org/drawingml/2006/main">
              <a:ext uri="{FF2B5EF4-FFF2-40B4-BE49-F238E27FC236}">
                <a16:creationId xmlns:a16="http://schemas.microsoft.com/office/drawing/2014/main" id="{E10EBBA8-E3B0-4826-9CFF-F051E2D294D2}"/>
              </a:ext>
            </a:extLst>
          </p:cNvPr>
          <p:cNvSpPr>
            <a:spLocks xmlns:a="http://schemas.openxmlformats.org/drawingml/2006/main" noGrp="1"/>
          </p:cNvSpPr>
          <p:nvPr/>
        </p:nvSpPr>
        <p:spPr>
          <a:xfrm xmlns:a="http://schemas.openxmlformats.org/drawingml/2006/main">
            <a:off x="6126480" y="436168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0151E"/>
                </a:solidFill>
                <a:latin typeface="맑은 고딕"/>
                <a:ea typeface="맑은 고딕"/>
                <a:cs typeface="맑은 고딕"/>
              </a:rPr>
              <a:t>협업 도구</a:t>
            </a:r>
            <a:endParaRPr sz="1300"/>
          </a:p>
        </p:txBody>
      </p:sp>
      <p:sp>
        <p:nvSpPr>
          <p:cNvPr id="51" name="Shape 48">
            <a:extLst xmlns:a="http://schemas.openxmlformats.org/drawingml/2006/main">
              <a:ext uri="{FF2B5EF4-FFF2-40B4-BE49-F238E27FC236}">
                <a16:creationId xmlns:a16="http://schemas.microsoft.com/office/drawing/2014/main" id="{B9904BD5-C548-45C5-A59B-92B774E62A7A}"/>
              </a:ext>
            </a:extLst>
          </p:cNvPr>
          <p:cNvSpPr>
            <a:spLocks xmlns:a="http://schemas.openxmlformats.org/drawingml/2006/main" noGrp="1"/>
          </p:cNvSpPr>
          <p:nvPr/>
        </p:nvSpPr>
        <p:spPr>
          <a:xfrm xmlns:a="http://schemas.openxmlformats.org/drawingml/2006/main">
            <a:off x="6195060"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18" name="Image 1"/>
          <p:cNvPicPr>
            <a:picLocks xmlns:a="http://schemas.openxmlformats.org/drawingml/2006/main" noChangeAspect="1"/>
          </p:cNvPicPr>
          <p:nvPr/>
        </p:nvPicPr>
        <p:blipFill>
          <a:blip xmlns:r="http://schemas.openxmlformats.org/officeDocument/2006/relationships" xmlns:a="http://schemas.openxmlformats.org/drawingml/2006/main" r:embed="R328ade5bcbf343b1"/>
          <a:stretch xmlns:a="http://schemas.openxmlformats.org/drawingml/2006/main">
            <a:fillRect l="0" t="0" r="0" b="0"/>
          </a:stretch>
        </p:blipFill>
        <p:spPr>
          <a:xfrm xmlns:a="http://schemas.openxmlformats.org/drawingml/2006/main">
            <a:off x="6320790" y="5086350"/>
            <a:ext cx="251460" cy="251460"/>
          </a:xfrm>
          <a:prstGeom xmlns:a="http://schemas.openxmlformats.org/drawingml/2006/main" prst="rect">
            <a:avLst/>
          </a:prstGeom>
        </p:spPr>
      </p:pic>
      <p:sp>
        <p:nvSpPr>
          <p:cNvPr id="53" name="Text 49">
            <a:extLst xmlns:a="http://schemas.openxmlformats.org/drawingml/2006/main">
              <a:ext uri="{FF2B5EF4-FFF2-40B4-BE49-F238E27FC236}">
                <a16:creationId xmlns:a16="http://schemas.microsoft.com/office/drawing/2014/main" id="{A7926E72-8746-4BA2-A586-E918FD775470}"/>
              </a:ext>
            </a:extLst>
          </p:cNvPr>
          <p:cNvSpPr>
            <a:spLocks xmlns:a="http://schemas.openxmlformats.org/drawingml/2006/main" noGrp="1"/>
          </p:cNvSpPr>
          <p:nvPr/>
        </p:nvSpPr>
        <p:spPr>
          <a:xfrm xmlns:a="http://schemas.openxmlformats.org/drawingml/2006/main">
            <a:off x="5989320"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GitHub</a:t>
            </a:r>
            <a:endParaRPr sz="950"/>
          </a:p>
        </p:txBody>
      </p:sp>
      <p:sp>
        <p:nvSpPr>
          <p:cNvPr id="54" name="Shape 50">
            <a:extLst xmlns:a="http://schemas.openxmlformats.org/drawingml/2006/main">
              <a:ext uri="{FF2B5EF4-FFF2-40B4-BE49-F238E27FC236}">
                <a16:creationId xmlns:a16="http://schemas.microsoft.com/office/drawing/2014/main" id="{83EABEC9-EC4F-4E69-A676-CDCE92B75C06}"/>
              </a:ext>
            </a:extLst>
          </p:cNvPr>
          <p:cNvSpPr>
            <a:spLocks xmlns:a="http://schemas.openxmlformats.org/drawingml/2006/main" noGrp="1"/>
          </p:cNvSpPr>
          <p:nvPr/>
        </p:nvSpPr>
        <p:spPr>
          <a:xfrm xmlns:a="http://schemas.openxmlformats.org/drawingml/2006/main">
            <a:off x="7493508"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1" name="Image 2"/>
          <p:cNvPicPr>
            <a:picLocks xmlns:a="http://schemas.openxmlformats.org/drawingml/2006/main" noChangeAspect="1"/>
          </p:cNvPicPr>
          <p:nvPr/>
        </p:nvPicPr>
        <p:blipFill>
          <a:blip xmlns:r="http://schemas.openxmlformats.org/officeDocument/2006/relationships" xmlns:a="http://schemas.openxmlformats.org/drawingml/2006/main" r:embed="R563288a15967438e"/>
          <a:stretch xmlns:a="http://schemas.openxmlformats.org/drawingml/2006/main">
            <a:fillRect l="0" t="0" r="0" b="0"/>
          </a:stretch>
        </p:blipFill>
        <p:spPr>
          <a:xfrm xmlns:a="http://schemas.openxmlformats.org/drawingml/2006/main">
            <a:off x="7619238" y="5086350"/>
            <a:ext cx="251460" cy="251460"/>
          </a:xfrm>
          <a:prstGeom xmlns:a="http://schemas.openxmlformats.org/drawingml/2006/main" prst="rect">
            <a:avLst/>
          </a:prstGeom>
        </p:spPr>
      </p:pic>
      <p:sp>
        <p:nvSpPr>
          <p:cNvPr id="56" name="Text 51">
            <a:extLst xmlns:a="http://schemas.openxmlformats.org/drawingml/2006/main">
              <a:ext uri="{FF2B5EF4-FFF2-40B4-BE49-F238E27FC236}">
                <a16:creationId xmlns:a16="http://schemas.microsoft.com/office/drawing/2014/main" id="{89EEF381-424B-4EAD-A4B0-0420209251CF}"/>
              </a:ext>
            </a:extLst>
          </p:cNvPr>
          <p:cNvSpPr>
            <a:spLocks xmlns:a="http://schemas.openxmlformats.org/drawingml/2006/main" noGrp="1"/>
          </p:cNvSpPr>
          <p:nvPr/>
        </p:nvSpPr>
        <p:spPr>
          <a:xfrm xmlns:a="http://schemas.openxmlformats.org/drawingml/2006/main">
            <a:off x="7287768"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노션</a:t>
            </a:r>
            <a:endParaRPr sz="950"/>
          </a:p>
        </p:txBody>
      </p:sp>
      <p:sp>
        <p:nvSpPr>
          <p:cNvPr id="57" name="Shape 52">
            <a:extLst xmlns:a="http://schemas.openxmlformats.org/drawingml/2006/main">
              <a:ext uri="{FF2B5EF4-FFF2-40B4-BE49-F238E27FC236}">
                <a16:creationId xmlns:a16="http://schemas.microsoft.com/office/drawing/2014/main" id="{90CD21D0-B2B7-4C8E-83D2-D56D5BAA8064}"/>
              </a:ext>
            </a:extLst>
          </p:cNvPr>
          <p:cNvSpPr>
            <a:spLocks xmlns:a="http://schemas.openxmlformats.org/drawingml/2006/main" noGrp="1"/>
          </p:cNvSpPr>
          <p:nvPr/>
        </p:nvSpPr>
        <p:spPr>
          <a:xfrm xmlns:a="http://schemas.openxmlformats.org/drawingml/2006/main">
            <a:off x="8791956"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4" name="Image 3"/>
          <p:cNvPicPr>
            <a:picLocks xmlns:a="http://schemas.openxmlformats.org/drawingml/2006/main" noChangeAspect="1"/>
          </p:cNvPicPr>
          <p:nvPr/>
        </p:nvPicPr>
        <p:blipFill>
          <a:blip xmlns:r="http://schemas.openxmlformats.org/officeDocument/2006/relationships" xmlns:a="http://schemas.openxmlformats.org/drawingml/2006/main" r:embed="R11f871f571a5463f"/>
          <a:stretch xmlns:a="http://schemas.openxmlformats.org/drawingml/2006/main">
            <a:fillRect l="0" t="0" r="0" b="0"/>
          </a:stretch>
        </p:blipFill>
        <p:spPr>
          <a:xfrm xmlns:a="http://schemas.openxmlformats.org/drawingml/2006/main">
            <a:off x="8917686" y="5086350"/>
            <a:ext cx="251460" cy="251460"/>
          </a:xfrm>
          <a:prstGeom xmlns:a="http://schemas.openxmlformats.org/drawingml/2006/main" prst="rect">
            <a:avLst/>
          </a:prstGeom>
        </p:spPr>
      </p:pic>
      <p:sp>
        <p:nvSpPr>
          <p:cNvPr id="59" name="Text 53">
            <a:extLst xmlns:a="http://schemas.openxmlformats.org/drawingml/2006/main">
              <a:ext uri="{FF2B5EF4-FFF2-40B4-BE49-F238E27FC236}">
                <a16:creationId xmlns:a16="http://schemas.microsoft.com/office/drawing/2014/main" id="{8090073A-78E2-448D-838F-72C7BBFD4821}"/>
              </a:ext>
            </a:extLst>
          </p:cNvPr>
          <p:cNvSpPr>
            <a:spLocks xmlns:a="http://schemas.openxmlformats.org/drawingml/2006/main" noGrp="1"/>
          </p:cNvSpPr>
          <p:nvPr/>
        </p:nvSpPr>
        <p:spPr>
          <a:xfrm xmlns:a="http://schemas.openxmlformats.org/drawingml/2006/main">
            <a:off x="8586216"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ERDCloud</a:t>
            </a:r>
            <a:endParaRPr sz="950"/>
          </a:p>
        </p:txBody>
      </p:sp>
      <p:sp>
        <p:nvSpPr>
          <p:cNvPr id="60" name="Shape 54">
            <a:extLst xmlns:a="http://schemas.openxmlformats.org/drawingml/2006/main">
              <a:ext uri="{FF2B5EF4-FFF2-40B4-BE49-F238E27FC236}">
                <a16:creationId xmlns:a16="http://schemas.microsoft.com/office/drawing/2014/main" id="{D40F06D2-FFCB-49E4-9134-8FB39B9DCD60}"/>
              </a:ext>
            </a:extLst>
          </p:cNvPr>
          <p:cNvSpPr>
            <a:spLocks xmlns:a="http://schemas.openxmlformats.org/drawingml/2006/main" noGrp="1"/>
          </p:cNvSpPr>
          <p:nvPr/>
        </p:nvSpPr>
        <p:spPr>
          <a:xfrm xmlns:a="http://schemas.openxmlformats.org/drawingml/2006/main">
            <a:off x="10090404" y="4960620"/>
            <a:ext cx="502920" cy="502920"/>
          </a:xfrm>
          <a:prstGeom xmlns:a="http://schemas.openxmlformats.org/drawingml/2006/main" prst="ellipse">
            <a:avLst/>
          </a:prstGeom>
          <a:solidFill xmlns:a="http://schemas.openxmlformats.org/drawingml/2006/main">
            <a:srgbClr val="2B6BF0">
              <a:alpha val="15000"/>
            </a:srgbClr>
          </a:solidFill>
        </p:spPr>
      </p:sp>
      <p:pic>
        <p:nvPicPr>
          <p:cNvPr id="127" name="Image 4"/>
          <p:cNvPicPr>
            <a:picLocks xmlns:a="http://schemas.openxmlformats.org/drawingml/2006/main" noChangeAspect="1"/>
          </p:cNvPicPr>
          <p:nvPr/>
        </p:nvPicPr>
        <p:blipFill>
          <a:blip xmlns:r="http://schemas.openxmlformats.org/officeDocument/2006/relationships" xmlns:a="http://schemas.openxmlformats.org/drawingml/2006/main" r:embed="Rd9794dc27e304752"/>
          <a:stretch xmlns:a="http://schemas.openxmlformats.org/drawingml/2006/main">
            <a:fillRect l="0" t="0" r="0" b="0"/>
          </a:stretch>
        </p:blipFill>
        <p:spPr>
          <a:xfrm xmlns:a="http://schemas.openxmlformats.org/drawingml/2006/main">
            <a:off x="10216134" y="5086350"/>
            <a:ext cx="251460" cy="251460"/>
          </a:xfrm>
          <a:prstGeom xmlns:a="http://schemas.openxmlformats.org/drawingml/2006/main" prst="rect">
            <a:avLst/>
          </a:prstGeom>
        </p:spPr>
      </p:pic>
      <p:sp>
        <p:nvSpPr>
          <p:cNvPr id="62" name="Text 55">
            <a:extLst xmlns:a="http://schemas.openxmlformats.org/drawingml/2006/main">
              <a:ext uri="{FF2B5EF4-FFF2-40B4-BE49-F238E27FC236}">
                <a16:creationId xmlns:a16="http://schemas.microsoft.com/office/drawing/2014/main" id="{88C3C5E1-4AC8-4F8D-BEA6-AC804E76D9BD}"/>
              </a:ext>
            </a:extLst>
          </p:cNvPr>
          <p:cNvSpPr>
            <a:spLocks xmlns:a="http://schemas.openxmlformats.org/drawingml/2006/main" noGrp="1"/>
          </p:cNvSpPr>
          <p:nvPr/>
        </p:nvSpPr>
        <p:spPr>
          <a:xfrm xmlns:a="http://schemas.openxmlformats.org/drawingml/2006/main">
            <a:off x="9884664" y="5513832"/>
            <a:ext cx="1188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0151E"/>
                </a:solidFill>
                <a:latin typeface="맑은 고딕"/>
                <a:ea typeface="맑은 고딕"/>
                <a:cs typeface="맑은 고딕"/>
              </a:rPr>
              <a:t>카카오톡</a:t>
            </a:r>
            <a:endParaRPr sz="950"/>
          </a:p>
        </p:txBody>
      </p:sp>
    </p:spTree>
    <p:extLst>
      <p:ext uri="{BB962C8B-B14F-4D97-AF65-F5344CB8AC3E}">
        <p14:creationId xmlns:p14="http://schemas.microsoft.com/office/powerpoint/2010/main" val="2256506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9B08924-8ECC-408B-84CA-47A33F6FFA12}"/>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CFCFD066-F644-4DE0-882E-541790D3B533}"/>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53CBDC7D-098A-47A9-9E6F-4B4B0829EF3E}"/>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3274411B-9077-4D2D-81F4-0E238CBA8656}"/>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40E96795-B664-4C42-A285-C7B095A13896}"/>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23441D83-635E-4F2F-9041-AA7DD3BE27A7}"/>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0FA1C84F-AAE9-4E8F-B307-82EE71496173}"/>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75B4F90A-461B-4D94-8C22-96CE34DC5D41}"/>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4" name="Image 0"/>
          <p:cNvPicPr>
            <a:picLocks xmlns:a="http://schemas.openxmlformats.org/drawingml/2006/main" noChangeAspect="1"/>
          </p:cNvPicPr>
          <p:nvPr/>
        </p:nvPicPr>
        <p:blipFill>
          <a:blip xmlns:r="http://schemas.openxmlformats.org/officeDocument/2006/relationships" xmlns:a="http://schemas.openxmlformats.org/drawingml/2006/main" r:embed="R8f9dc435833e46d1"/>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57292713-AF23-4D33-9B4D-C5600695EC3C}"/>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6EC07FA6-86E7-4FCE-9539-090F2E014335}"/>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C7902C70-0BFE-4506-9725-BCAA821B6EE6}"/>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03   프로젝트 수행 절차 및 방법 · 개발 환경</a:t>
            </a:r>
            <a:endParaRPr sz="1200"/>
          </a:p>
        </p:txBody>
      </p:sp>
      <p:sp>
        <p:nvSpPr>
          <p:cNvPr id="14" name="Text 11">
            <a:extLst xmlns:a="http://schemas.openxmlformats.org/drawingml/2006/main">
              <a:ext uri="{FF2B5EF4-FFF2-40B4-BE49-F238E27FC236}">
                <a16:creationId xmlns:a16="http://schemas.microsoft.com/office/drawing/2014/main" id="{FD4A0BC8-D8DB-40F4-8B89-502069203B3C}"/>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교육 과정의 MVC·DB·비동기 처리 내용을 실제 업무 흐름에 적용</a:t>
            </a:r>
            <a:endParaRPr sz="2500"/>
          </a:p>
        </p:txBody>
      </p:sp>
      <p:sp>
        <p:nvSpPr>
          <p:cNvPr id="15" name="Text 12">
            <a:extLst xmlns:a="http://schemas.openxmlformats.org/drawingml/2006/main">
              <a:ext uri="{FF2B5EF4-FFF2-40B4-BE49-F238E27FC236}">
                <a16:creationId xmlns:a16="http://schemas.microsoft.com/office/drawing/2014/main" id="{850AE682-C943-493A-84EF-E9D2E5917D38}"/>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AD3A447D-5C67-447B-B20B-63D5C9ED52E8}"/>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07</a:t>
            </a:r>
            <a:endParaRPr sz="900"/>
          </a:p>
        </p:txBody>
      </p:sp>
      <p:sp>
        <p:nvSpPr>
          <p:cNvPr id="17" name="Shape 14">
            <a:extLst xmlns:a="http://schemas.openxmlformats.org/drawingml/2006/main">
              <a:ext uri="{FF2B5EF4-FFF2-40B4-BE49-F238E27FC236}">
                <a16:creationId xmlns:a16="http://schemas.microsoft.com/office/drawing/2014/main" id="{757B43B6-742B-41CF-8130-58B88211F0FB}"/>
              </a:ext>
            </a:extLst>
          </p:cNvPr>
          <p:cNvSpPr>
            <a:spLocks xmlns:a="http://schemas.openxmlformats.org/drawingml/2006/main" noGrp="1"/>
          </p:cNvSpPr>
          <p:nvPr/>
        </p:nvSpPr>
        <p:spPr>
          <a:xfrm xmlns:a="http://schemas.openxmlformats.org/drawingml/2006/main">
            <a:off x="502920"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51EE3AD8-612E-4B8F-AE0D-CBDC4CD7D1FC}"/>
              </a:ext>
            </a:extLst>
          </p:cNvPr>
          <p:cNvSpPr>
            <a:spLocks xmlns:a="http://schemas.openxmlformats.org/drawingml/2006/main" noGrp="1"/>
          </p:cNvSpPr>
          <p:nvPr/>
        </p:nvSpPr>
        <p:spPr>
          <a:xfrm xmlns:a="http://schemas.openxmlformats.org/drawingml/2006/main">
            <a:off x="722376" y="1883664"/>
            <a:ext cx="566928" cy="566928"/>
          </a:xfrm>
          <a:prstGeom xmlns:a="http://schemas.openxmlformats.org/drawingml/2006/main" prst="ellipse">
            <a:avLst/>
          </a:prstGeom>
          <a:solidFill xmlns:a="http://schemas.openxmlformats.org/drawingml/2006/main">
            <a:srgbClr val="2B6BF0">
              <a:alpha val="15000"/>
            </a:srgbClr>
          </a:solidFill>
        </p:spPr>
      </p:sp>
      <p:pic>
        <p:nvPicPr>
          <p:cNvPr id="83" name="Image 1"/>
          <p:cNvPicPr>
            <a:picLocks xmlns:a="http://schemas.openxmlformats.org/drawingml/2006/main" noChangeAspect="1"/>
          </p:cNvPicPr>
          <p:nvPr/>
        </p:nvPicPr>
        <p:blipFill>
          <a:blip xmlns:r="http://schemas.openxmlformats.org/officeDocument/2006/relationships" xmlns:a="http://schemas.openxmlformats.org/drawingml/2006/main" r:embed="Rf63d00b67ebe442e"/>
          <a:stretch xmlns:a="http://schemas.openxmlformats.org/drawingml/2006/main">
            <a:fillRect l="0" t="0" r="0" b="0"/>
          </a:stretch>
        </p:blipFill>
        <p:spPr>
          <a:xfrm xmlns:a="http://schemas.openxmlformats.org/drawingml/2006/main">
            <a:off x="864108" y="2025396"/>
            <a:ext cx="283464" cy="283464"/>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27C4D7A4-D5F0-40CD-92E6-C2950EF7839A}"/>
              </a:ext>
            </a:extLst>
          </p:cNvPr>
          <p:cNvSpPr>
            <a:spLocks xmlns:a="http://schemas.openxmlformats.org/drawingml/2006/main" noGrp="1"/>
          </p:cNvSpPr>
          <p:nvPr/>
        </p:nvSpPr>
        <p:spPr>
          <a:xfrm xmlns:a="http://schemas.openxmlformats.org/drawingml/2006/main">
            <a:off x="1399032"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서버·언어</a:t>
            </a:r>
            <a:endParaRPr sz="1200"/>
          </a:p>
        </p:txBody>
      </p:sp>
      <p:sp>
        <p:nvSpPr>
          <p:cNvPr id="21" name="Shape 17">
            <a:extLst xmlns:a="http://schemas.openxmlformats.org/drawingml/2006/main">
              <a:ext uri="{FF2B5EF4-FFF2-40B4-BE49-F238E27FC236}">
                <a16:creationId xmlns:a16="http://schemas.microsoft.com/office/drawing/2014/main" id="{97FB79EC-439A-4578-A2A8-C0A3929D684E}"/>
              </a:ext>
            </a:extLst>
          </p:cNvPr>
          <p:cNvSpPr>
            <a:spLocks xmlns:a="http://schemas.openxmlformats.org/drawingml/2006/main" noGrp="1"/>
          </p:cNvSpPr>
          <p:nvPr/>
        </p:nvSpPr>
        <p:spPr>
          <a:xfrm xmlns:a="http://schemas.openxmlformats.org/drawingml/2006/main">
            <a:off x="758952" y="2624328"/>
            <a:ext cx="2944368" cy="7315"/>
          </a:xfrm>
          <a:prstGeom xmlns:a="http://schemas.openxmlformats.org/drawingml/2006/main" prst="rect">
            <a:avLst/>
          </a:prstGeom>
          <a:solidFill xmlns:a="http://schemas.openxmlformats.org/drawingml/2006/main">
            <a:srgbClr val="DDE3EA"/>
          </a:solidFill>
        </p:spPr>
      </p:sp>
      <p:sp>
        <p:nvSpPr>
          <p:cNvPr id="22" name="Text 18">
            <a:extLst xmlns:a="http://schemas.openxmlformats.org/drawingml/2006/main">
              <a:ext uri="{FF2B5EF4-FFF2-40B4-BE49-F238E27FC236}">
                <a16:creationId xmlns:a16="http://schemas.microsoft.com/office/drawing/2014/main" id="{76BF725D-D6A1-4242-9481-9872073EE454}"/>
              </a:ext>
            </a:extLst>
          </p:cNvPr>
          <p:cNvSpPr>
            <a:spLocks xmlns:a="http://schemas.openxmlformats.org/drawingml/2006/main" noGrp="1"/>
          </p:cNvSpPr>
          <p:nvPr/>
        </p:nvSpPr>
        <p:spPr>
          <a:xfrm xmlns:a="http://schemas.openxmlformats.org/drawingml/2006/main">
            <a:off x="758952"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B6BF0"/>
                </a:solidFill>
                <a:latin typeface="맑은 고딕"/>
                <a:ea typeface="맑은 고딕"/>
                <a:cs typeface="맑은 고딕"/>
              </a:rPr>
              <a:t>Java 17</a:t>
            </a:r>
            <a:endParaRPr sz="1250"/>
          </a:p>
        </p:txBody>
      </p:sp>
      <p:sp>
        <p:nvSpPr>
          <p:cNvPr id="23" name="Text 19">
            <a:extLst xmlns:a="http://schemas.openxmlformats.org/drawingml/2006/main">
              <a:ext uri="{FF2B5EF4-FFF2-40B4-BE49-F238E27FC236}">
                <a16:creationId xmlns:a16="http://schemas.microsoft.com/office/drawing/2014/main" id="{A0AE29DE-A345-4176-9F9D-473A2C327553}"/>
              </a:ext>
            </a:extLst>
          </p:cNvPr>
          <p:cNvSpPr>
            <a:spLocks xmlns:a="http://schemas.openxmlformats.org/drawingml/2006/main" noGrp="1"/>
          </p:cNvSpPr>
          <p:nvPr/>
        </p:nvSpPr>
        <p:spPr>
          <a:xfrm xmlns:a="http://schemas.openxmlformats.org/drawingml/2006/main">
            <a:off x="758952"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Spring Boot 4.0.8</a:t>
            </a:r>
            <a:endParaRPr sz="1050"/>
          </a:p>
        </p:txBody>
      </p:sp>
      <p:sp>
        <p:nvSpPr>
          <p:cNvPr id="24" name="Shape 20">
            <a:extLst xmlns:a="http://schemas.openxmlformats.org/drawingml/2006/main">
              <a:ext uri="{FF2B5EF4-FFF2-40B4-BE49-F238E27FC236}">
                <a16:creationId xmlns:a16="http://schemas.microsoft.com/office/drawing/2014/main" id="{93005D15-F783-474A-83D7-0A8039DB0A4B}"/>
              </a:ext>
            </a:extLst>
          </p:cNvPr>
          <p:cNvSpPr>
            <a:spLocks xmlns:a="http://schemas.openxmlformats.org/drawingml/2006/main" noGrp="1"/>
          </p:cNvSpPr>
          <p:nvPr/>
        </p:nvSpPr>
        <p:spPr>
          <a:xfrm xmlns:a="http://schemas.openxmlformats.org/drawingml/2006/main">
            <a:off x="4142232"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5" name="Shape 21">
            <a:extLst xmlns:a="http://schemas.openxmlformats.org/drawingml/2006/main">
              <a:ext uri="{FF2B5EF4-FFF2-40B4-BE49-F238E27FC236}">
                <a16:creationId xmlns:a16="http://schemas.microsoft.com/office/drawing/2014/main" id="{0146E6AB-78EF-46EA-82D7-E7C2A66B6DE9}"/>
              </a:ext>
            </a:extLst>
          </p:cNvPr>
          <p:cNvSpPr>
            <a:spLocks xmlns:a="http://schemas.openxmlformats.org/drawingml/2006/main" noGrp="1"/>
          </p:cNvSpPr>
          <p:nvPr/>
        </p:nvSpPr>
        <p:spPr>
          <a:xfrm xmlns:a="http://schemas.openxmlformats.org/drawingml/2006/main">
            <a:off x="4361688" y="1883664"/>
            <a:ext cx="566928" cy="566928"/>
          </a:xfrm>
          <a:prstGeom xmlns:a="http://schemas.openxmlformats.org/drawingml/2006/main" prst="ellipse">
            <a:avLst/>
          </a:prstGeom>
          <a:solidFill xmlns:a="http://schemas.openxmlformats.org/drawingml/2006/main">
            <a:srgbClr val="2196D4">
              <a:alpha val="15000"/>
            </a:srgbClr>
          </a:solidFill>
        </p:spPr>
      </p:sp>
      <p:pic>
        <p:nvPicPr>
          <p:cNvPr id="90" name="Image 2"/>
          <p:cNvPicPr>
            <a:picLocks xmlns:a="http://schemas.openxmlformats.org/drawingml/2006/main" noChangeAspect="1"/>
          </p:cNvPicPr>
          <p:nvPr/>
        </p:nvPicPr>
        <p:blipFill>
          <a:blip xmlns:r="http://schemas.openxmlformats.org/officeDocument/2006/relationships" xmlns:a="http://schemas.openxmlformats.org/drawingml/2006/main" r:embed="Rc6d859f23da7497b"/>
          <a:stretch xmlns:a="http://schemas.openxmlformats.org/drawingml/2006/main">
            <a:fillRect l="0" t="0" r="0" b="0"/>
          </a:stretch>
        </p:blipFill>
        <p:spPr>
          <a:xfrm xmlns:a="http://schemas.openxmlformats.org/drawingml/2006/main">
            <a:off x="4503420" y="2025396"/>
            <a:ext cx="283464" cy="283464"/>
          </a:xfrm>
          <a:prstGeom xmlns:a="http://schemas.openxmlformats.org/drawingml/2006/main" prst="rect">
            <a:avLst/>
          </a:prstGeom>
        </p:spPr>
      </p:pic>
      <p:sp>
        <p:nvSpPr>
          <p:cNvPr id="27" name="Text 22">
            <a:extLst xmlns:a="http://schemas.openxmlformats.org/drawingml/2006/main">
              <a:ext uri="{FF2B5EF4-FFF2-40B4-BE49-F238E27FC236}">
                <a16:creationId xmlns:a16="http://schemas.microsoft.com/office/drawing/2014/main" id="{04FCACDF-90E8-41E6-9A9F-9C135F5E0520}"/>
              </a:ext>
            </a:extLst>
          </p:cNvPr>
          <p:cNvSpPr>
            <a:spLocks xmlns:a="http://schemas.openxmlformats.org/drawingml/2006/main" noGrp="1"/>
          </p:cNvSpPr>
          <p:nvPr/>
        </p:nvSpPr>
        <p:spPr>
          <a:xfrm xmlns:a="http://schemas.openxmlformats.org/drawingml/2006/main">
            <a:off x="5038344"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화면·일정</a:t>
            </a:r>
            <a:endParaRPr sz="1200"/>
          </a:p>
        </p:txBody>
      </p:sp>
      <p:sp>
        <p:nvSpPr>
          <p:cNvPr id="28" name="Shape 23">
            <a:extLst xmlns:a="http://schemas.openxmlformats.org/drawingml/2006/main">
              <a:ext uri="{FF2B5EF4-FFF2-40B4-BE49-F238E27FC236}">
                <a16:creationId xmlns:a16="http://schemas.microsoft.com/office/drawing/2014/main" id="{C6AFB87C-1239-42F1-B674-7066B5C74041}"/>
              </a:ext>
            </a:extLst>
          </p:cNvPr>
          <p:cNvSpPr>
            <a:spLocks xmlns:a="http://schemas.openxmlformats.org/drawingml/2006/main" noGrp="1"/>
          </p:cNvSpPr>
          <p:nvPr/>
        </p:nvSpPr>
        <p:spPr>
          <a:xfrm xmlns:a="http://schemas.openxmlformats.org/drawingml/2006/main">
            <a:off x="4398264" y="2624328"/>
            <a:ext cx="2944368" cy="7315"/>
          </a:xfrm>
          <a:prstGeom xmlns:a="http://schemas.openxmlformats.org/drawingml/2006/main" prst="rect">
            <a:avLst/>
          </a:prstGeom>
          <a:solidFill xmlns:a="http://schemas.openxmlformats.org/drawingml/2006/main">
            <a:srgbClr val="DDE3EA"/>
          </a:solidFill>
        </p:spPr>
      </p:sp>
      <p:sp>
        <p:nvSpPr>
          <p:cNvPr id="29" name="Text 24">
            <a:extLst xmlns:a="http://schemas.openxmlformats.org/drawingml/2006/main">
              <a:ext uri="{FF2B5EF4-FFF2-40B4-BE49-F238E27FC236}">
                <a16:creationId xmlns:a16="http://schemas.microsoft.com/office/drawing/2014/main" id="{14F94B67-100D-464E-8AA9-AB86764FBEF5}"/>
              </a:ext>
            </a:extLst>
          </p:cNvPr>
          <p:cNvSpPr>
            <a:spLocks xmlns:a="http://schemas.openxmlformats.org/drawingml/2006/main" noGrp="1"/>
          </p:cNvSpPr>
          <p:nvPr/>
        </p:nvSpPr>
        <p:spPr>
          <a:xfrm xmlns:a="http://schemas.openxmlformats.org/drawingml/2006/main">
            <a:off x="4398264"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196D4"/>
                </a:solidFill>
                <a:latin typeface="맑은 고딕"/>
                <a:ea typeface="맑은 고딕"/>
                <a:cs typeface="맑은 고딕"/>
              </a:rPr>
              <a:t>Thymeleaf · JavaScript</a:t>
            </a:r>
            <a:endParaRPr sz="1250"/>
          </a:p>
        </p:txBody>
      </p:sp>
      <p:sp>
        <p:nvSpPr>
          <p:cNvPr id="30" name="Text 25">
            <a:extLst xmlns:a="http://schemas.openxmlformats.org/drawingml/2006/main">
              <a:ext uri="{FF2B5EF4-FFF2-40B4-BE49-F238E27FC236}">
                <a16:creationId xmlns:a16="http://schemas.microsoft.com/office/drawing/2014/main" id="{71F23DDA-BA48-4737-961E-469391AA7812}"/>
              </a:ext>
            </a:extLst>
          </p:cNvPr>
          <p:cNvSpPr>
            <a:spLocks xmlns:a="http://schemas.openxmlformats.org/drawingml/2006/main" noGrp="1"/>
          </p:cNvSpPr>
          <p:nvPr/>
        </p:nvSpPr>
        <p:spPr>
          <a:xfrm xmlns:a="http://schemas.openxmlformats.org/drawingml/2006/main">
            <a:off x="4398264"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FullCalendar 6.1.11</a:t>
            </a:r>
            <a:endParaRPr sz="1050"/>
          </a:p>
        </p:txBody>
      </p:sp>
      <p:sp>
        <p:nvSpPr>
          <p:cNvPr id="31" name="Shape 26">
            <a:extLst xmlns:a="http://schemas.openxmlformats.org/drawingml/2006/main">
              <a:ext uri="{FF2B5EF4-FFF2-40B4-BE49-F238E27FC236}">
                <a16:creationId xmlns:a16="http://schemas.microsoft.com/office/drawing/2014/main" id="{9747AEDC-6FEC-487C-998C-EF9982DA2714}"/>
              </a:ext>
            </a:extLst>
          </p:cNvPr>
          <p:cNvSpPr>
            <a:spLocks xmlns:a="http://schemas.openxmlformats.org/drawingml/2006/main" noGrp="1"/>
          </p:cNvSpPr>
          <p:nvPr/>
        </p:nvSpPr>
        <p:spPr>
          <a:xfrm xmlns:a="http://schemas.openxmlformats.org/drawingml/2006/main">
            <a:off x="7781544" y="169164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Shape 27">
            <a:extLst xmlns:a="http://schemas.openxmlformats.org/drawingml/2006/main">
              <a:ext uri="{FF2B5EF4-FFF2-40B4-BE49-F238E27FC236}">
                <a16:creationId xmlns:a16="http://schemas.microsoft.com/office/drawing/2014/main" id="{0E47C421-6AC4-4EC4-9696-215E2B362705}"/>
              </a:ext>
            </a:extLst>
          </p:cNvPr>
          <p:cNvSpPr>
            <a:spLocks xmlns:a="http://schemas.openxmlformats.org/drawingml/2006/main" noGrp="1"/>
          </p:cNvSpPr>
          <p:nvPr/>
        </p:nvSpPr>
        <p:spPr>
          <a:xfrm xmlns:a="http://schemas.openxmlformats.org/drawingml/2006/main">
            <a:off x="8001000" y="1883664"/>
            <a:ext cx="566928" cy="566928"/>
          </a:xfrm>
          <a:prstGeom xmlns:a="http://schemas.openxmlformats.org/drawingml/2006/main" prst="ellipse">
            <a:avLst/>
          </a:prstGeom>
          <a:solidFill xmlns:a="http://schemas.openxmlformats.org/drawingml/2006/main">
            <a:srgbClr val="1FBBD1">
              <a:alpha val="15000"/>
            </a:srgbClr>
          </a:solidFill>
        </p:spPr>
      </p:sp>
      <p:pic>
        <p:nvPicPr>
          <p:cNvPr id="97" name="Image 3"/>
          <p:cNvPicPr>
            <a:picLocks xmlns:a="http://schemas.openxmlformats.org/drawingml/2006/main" noChangeAspect="1"/>
          </p:cNvPicPr>
          <p:nvPr/>
        </p:nvPicPr>
        <p:blipFill>
          <a:blip xmlns:r="http://schemas.openxmlformats.org/officeDocument/2006/relationships" xmlns:a="http://schemas.openxmlformats.org/drawingml/2006/main" r:embed="R3af15fcf66b04c40"/>
          <a:stretch xmlns:a="http://schemas.openxmlformats.org/drawingml/2006/main">
            <a:fillRect l="0" t="0" r="0" b="0"/>
          </a:stretch>
        </p:blipFill>
        <p:spPr>
          <a:xfrm xmlns:a="http://schemas.openxmlformats.org/drawingml/2006/main">
            <a:off x="8142732" y="2025396"/>
            <a:ext cx="283464" cy="283464"/>
          </a:xfrm>
          <a:prstGeom xmlns:a="http://schemas.openxmlformats.org/drawingml/2006/main" prst="rect">
            <a:avLst/>
          </a:prstGeom>
        </p:spPr>
      </p:pic>
      <p:sp>
        <p:nvSpPr>
          <p:cNvPr id="34" name="Text 28">
            <a:extLst xmlns:a="http://schemas.openxmlformats.org/drawingml/2006/main">
              <a:ext uri="{FF2B5EF4-FFF2-40B4-BE49-F238E27FC236}">
                <a16:creationId xmlns:a16="http://schemas.microsoft.com/office/drawing/2014/main" id="{4C9990F6-F5D4-48A6-9B49-5505B096E955}"/>
              </a:ext>
            </a:extLst>
          </p:cNvPr>
          <p:cNvSpPr>
            <a:spLocks xmlns:a="http://schemas.openxmlformats.org/drawingml/2006/main" noGrp="1"/>
          </p:cNvSpPr>
          <p:nvPr/>
        </p:nvSpPr>
        <p:spPr>
          <a:xfrm xmlns:a="http://schemas.openxmlformats.org/drawingml/2006/main">
            <a:off x="8677656" y="191109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데이터 계층</a:t>
            </a:r>
            <a:endParaRPr sz="1200"/>
          </a:p>
        </p:txBody>
      </p:sp>
      <p:sp>
        <p:nvSpPr>
          <p:cNvPr id="35" name="Shape 29">
            <a:extLst xmlns:a="http://schemas.openxmlformats.org/drawingml/2006/main">
              <a:ext uri="{FF2B5EF4-FFF2-40B4-BE49-F238E27FC236}">
                <a16:creationId xmlns:a16="http://schemas.microsoft.com/office/drawing/2014/main" id="{4DF3A582-4E3D-451B-94B2-B73258FFC642}"/>
              </a:ext>
            </a:extLst>
          </p:cNvPr>
          <p:cNvSpPr>
            <a:spLocks xmlns:a="http://schemas.openxmlformats.org/drawingml/2006/main" noGrp="1"/>
          </p:cNvSpPr>
          <p:nvPr/>
        </p:nvSpPr>
        <p:spPr>
          <a:xfrm xmlns:a="http://schemas.openxmlformats.org/drawingml/2006/main">
            <a:off x="8037576" y="2624328"/>
            <a:ext cx="2944368" cy="7315"/>
          </a:xfrm>
          <a:prstGeom xmlns:a="http://schemas.openxmlformats.org/drawingml/2006/main" prst="rect">
            <a:avLst/>
          </a:prstGeom>
          <a:solidFill xmlns:a="http://schemas.openxmlformats.org/drawingml/2006/main">
            <a:srgbClr val="DDE3EA"/>
          </a:solidFill>
        </p:spPr>
      </p:sp>
      <p:sp>
        <p:nvSpPr>
          <p:cNvPr id="36" name="Text 30">
            <a:extLst xmlns:a="http://schemas.openxmlformats.org/drawingml/2006/main">
              <a:ext uri="{FF2B5EF4-FFF2-40B4-BE49-F238E27FC236}">
                <a16:creationId xmlns:a16="http://schemas.microsoft.com/office/drawing/2014/main" id="{44A4B255-B3AE-4589-B298-258A274A005A}"/>
              </a:ext>
            </a:extLst>
          </p:cNvPr>
          <p:cNvSpPr>
            <a:spLocks xmlns:a="http://schemas.openxmlformats.org/drawingml/2006/main" noGrp="1"/>
          </p:cNvSpPr>
          <p:nvPr/>
        </p:nvSpPr>
        <p:spPr>
          <a:xfrm xmlns:a="http://schemas.openxmlformats.org/drawingml/2006/main">
            <a:off x="8037576" y="274320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1FBBD1"/>
                </a:solidFill>
                <a:latin typeface="맑은 고딕"/>
                <a:ea typeface="맑은 고딕"/>
                <a:cs typeface="맑은 고딕"/>
              </a:rPr>
              <a:t>MariaDB</a:t>
            </a:r>
            <a:endParaRPr sz="1250"/>
          </a:p>
        </p:txBody>
      </p:sp>
      <p:sp>
        <p:nvSpPr>
          <p:cNvPr id="37" name="Text 31">
            <a:extLst xmlns:a="http://schemas.openxmlformats.org/drawingml/2006/main">
              <a:ext uri="{FF2B5EF4-FFF2-40B4-BE49-F238E27FC236}">
                <a16:creationId xmlns:a16="http://schemas.microsoft.com/office/drawing/2014/main" id="{8E33369A-A72C-4212-8E60-908555C1D865}"/>
              </a:ext>
            </a:extLst>
          </p:cNvPr>
          <p:cNvSpPr>
            <a:spLocks xmlns:a="http://schemas.openxmlformats.org/drawingml/2006/main" noGrp="1"/>
          </p:cNvSpPr>
          <p:nvPr/>
        </p:nvSpPr>
        <p:spPr>
          <a:xfrm xmlns:a="http://schemas.openxmlformats.org/drawingml/2006/main">
            <a:off x="8037576" y="304495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MyBatis · log4jdbc</a:t>
            </a:r>
            <a:endParaRPr sz="1050"/>
          </a:p>
        </p:txBody>
      </p:sp>
      <p:sp>
        <p:nvSpPr>
          <p:cNvPr id="38" name="Shape 32">
            <a:extLst xmlns:a="http://schemas.openxmlformats.org/drawingml/2006/main">
              <a:ext uri="{FF2B5EF4-FFF2-40B4-BE49-F238E27FC236}">
                <a16:creationId xmlns:a16="http://schemas.microsoft.com/office/drawing/2014/main" id="{BE4DDEBA-61D0-499A-BBAF-B439135CD5E3}"/>
              </a:ext>
            </a:extLst>
          </p:cNvPr>
          <p:cNvSpPr>
            <a:spLocks xmlns:a="http://schemas.openxmlformats.org/drawingml/2006/main" noGrp="1"/>
          </p:cNvSpPr>
          <p:nvPr/>
        </p:nvSpPr>
        <p:spPr>
          <a:xfrm xmlns:a="http://schemas.openxmlformats.org/drawingml/2006/main">
            <a:off x="502920"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9" name="Shape 33">
            <a:extLst xmlns:a="http://schemas.openxmlformats.org/drawingml/2006/main">
              <a:ext uri="{FF2B5EF4-FFF2-40B4-BE49-F238E27FC236}">
                <a16:creationId xmlns:a16="http://schemas.microsoft.com/office/drawing/2014/main" id="{E6557925-BEDC-4441-98D4-F9BB9B707AE1}"/>
              </a:ext>
            </a:extLst>
          </p:cNvPr>
          <p:cNvSpPr>
            <a:spLocks xmlns:a="http://schemas.openxmlformats.org/drawingml/2006/main" noGrp="1"/>
          </p:cNvSpPr>
          <p:nvPr/>
        </p:nvSpPr>
        <p:spPr>
          <a:xfrm xmlns:a="http://schemas.openxmlformats.org/drawingml/2006/main">
            <a:off x="722376" y="3849624"/>
            <a:ext cx="566928" cy="566928"/>
          </a:xfrm>
          <a:prstGeom xmlns:a="http://schemas.openxmlformats.org/drawingml/2006/main" prst="ellipse">
            <a:avLst/>
          </a:prstGeom>
          <a:solidFill xmlns:a="http://schemas.openxmlformats.org/drawingml/2006/main">
            <a:srgbClr val="3CC98A">
              <a:alpha val="15000"/>
            </a:srgbClr>
          </a:solidFill>
        </p:spPr>
      </p:sp>
      <p:pic>
        <p:nvPicPr>
          <p:cNvPr id="104" name="Image 4"/>
          <p:cNvPicPr>
            <a:picLocks xmlns:a="http://schemas.openxmlformats.org/drawingml/2006/main" noChangeAspect="1"/>
          </p:cNvPicPr>
          <p:nvPr/>
        </p:nvPicPr>
        <p:blipFill>
          <a:blip xmlns:r="http://schemas.openxmlformats.org/officeDocument/2006/relationships" xmlns:a="http://schemas.openxmlformats.org/drawingml/2006/main" r:embed="R8e6ab323e3124426"/>
          <a:stretch xmlns:a="http://schemas.openxmlformats.org/drawingml/2006/main">
            <a:fillRect l="0" t="0" r="0" b="0"/>
          </a:stretch>
        </p:blipFill>
        <p:spPr>
          <a:xfrm xmlns:a="http://schemas.openxmlformats.org/drawingml/2006/main">
            <a:off x="864108" y="3991356"/>
            <a:ext cx="283464" cy="283464"/>
          </a:xfrm>
          <a:prstGeom xmlns:a="http://schemas.openxmlformats.org/drawingml/2006/main" prst="rect">
            <a:avLst/>
          </a:prstGeom>
        </p:spPr>
      </p:pic>
      <p:sp>
        <p:nvSpPr>
          <p:cNvPr id="41" name="Text 34">
            <a:extLst xmlns:a="http://schemas.openxmlformats.org/drawingml/2006/main">
              <a:ext uri="{FF2B5EF4-FFF2-40B4-BE49-F238E27FC236}">
                <a16:creationId xmlns:a16="http://schemas.microsoft.com/office/drawing/2014/main" id="{0731B016-6117-4FA4-BD12-E25348A8CD61}"/>
              </a:ext>
            </a:extLst>
          </p:cNvPr>
          <p:cNvSpPr>
            <a:spLocks xmlns:a="http://schemas.openxmlformats.org/drawingml/2006/main" noGrp="1"/>
          </p:cNvSpPr>
          <p:nvPr/>
        </p:nvSpPr>
        <p:spPr>
          <a:xfrm xmlns:a="http://schemas.openxmlformats.org/drawingml/2006/main">
            <a:off x="1399032"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외부 연동</a:t>
            </a:r>
            <a:endParaRPr sz="1200"/>
          </a:p>
        </p:txBody>
      </p:sp>
      <p:sp>
        <p:nvSpPr>
          <p:cNvPr id="42" name="Shape 35">
            <a:extLst xmlns:a="http://schemas.openxmlformats.org/drawingml/2006/main">
              <a:ext uri="{FF2B5EF4-FFF2-40B4-BE49-F238E27FC236}">
                <a16:creationId xmlns:a16="http://schemas.microsoft.com/office/drawing/2014/main" id="{2A302ADD-6A33-423F-A424-ED70403A08A5}"/>
              </a:ext>
            </a:extLst>
          </p:cNvPr>
          <p:cNvSpPr>
            <a:spLocks xmlns:a="http://schemas.openxmlformats.org/drawingml/2006/main" noGrp="1"/>
          </p:cNvSpPr>
          <p:nvPr/>
        </p:nvSpPr>
        <p:spPr>
          <a:xfrm xmlns:a="http://schemas.openxmlformats.org/drawingml/2006/main">
            <a:off x="758952" y="4590288"/>
            <a:ext cx="2944368" cy="7315"/>
          </a:xfrm>
          <a:prstGeom xmlns:a="http://schemas.openxmlformats.org/drawingml/2006/main" prst="rect">
            <a:avLst/>
          </a:prstGeom>
          <a:solidFill xmlns:a="http://schemas.openxmlformats.org/drawingml/2006/main">
            <a:srgbClr val="DDE3EA"/>
          </a:solidFill>
        </p:spPr>
      </p:sp>
      <p:sp>
        <p:nvSpPr>
          <p:cNvPr id="43" name="Text 36">
            <a:extLst xmlns:a="http://schemas.openxmlformats.org/drawingml/2006/main">
              <a:ext uri="{FF2B5EF4-FFF2-40B4-BE49-F238E27FC236}">
                <a16:creationId xmlns:a16="http://schemas.microsoft.com/office/drawing/2014/main" id="{F4EDC8B7-3114-42E2-8685-FDD0C24B9CE1}"/>
              </a:ext>
            </a:extLst>
          </p:cNvPr>
          <p:cNvSpPr>
            <a:spLocks xmlns:a="http://schemas.openxmlformats.org/drawingml/2006/main" noGrp="1"/>
          </p:cNvSpPr>
          <p:nvPr/>
        </p:nvSpPr>
        <p:spPr>
          <a:xfrm xmlns:a="http://schemas.openxmlformats.org/drawingml/2006/main">
            <a:off x="758952"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3CC98A"/>
                </a:solidFill>
                <a:latin typeface="맑은 고딕"/>
                <a:ea typeface="맑은 고딕"/>
                <a:cs typeface="맑은 고딕"/>
              </a:rPr>
              <a:t>Solapi SMS</a:t>
            </a:r>
            <a:endParaRPr sz="1250"/>
          </a:p>
        </p:txBody>
      </p:sp>
      <p:sp>
        <p:nvSpPr>
          <p:cNvPr id="44" name="Text 37">
            <a:extLst xmlns:a="http://schemas.openxmlformats.org/drawingml/2006/main">
              <a:ext uri="{FF2B5EF4-FFF2-40B4-BE49-F238E27FC236}">
                <a16:creationId xmlns:a16="http://schemas.microsoft.com/office/drawing/2014/main" id="{531490A4-468A-4868-B110-A2FA000A3293}"/>
              </a:ext>
            </a:extLst>
          </p:cNvPr>
          <p:cNvSpPr>
            <a:spLocks xmlns:a="http://schemas.openxmlformats.org/drawingml/2006/main" noGrp="1"/>
          </p:cNvSpPr>
          <p:nvPr/>
        </p:nvSpPr>
        <p:spPr>
          <a:xfrm xmlns:a="http://schemas.openxmlformats.org/drawingml/2006/main">
            <a:off x="758952"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Cloudflare Tunnel</a:t>
            </a:r>
            <a:endParaRPr sz="1050"/>
          </a:p>
        </p:txBody>
      </p:sp>
      <p:sp>
        <p:nvSpPr>
          <p:cNvPr id="45" name="Shape 38">
            <a:extLst xmlns:a="http://schemas.openxmlformats.org/drawingml/2006/main">
              <a:ext uri="{FF2B5EF4-FFF2-40B4-BE49-F238E27FC236}">
                <a16:creationId xmlns:a16="http://schemas.microsoft.com/office/drawing/2014/main" id="{30AB4A21-0C2F-42E2-9913-5BA4AB9E89B5}"/>
              </a:ext>
            </a:extLst>
          </p:cNvPr>
          <p:cNvSpPr>
            <a:spLocks xmlns:a="http://schemas.openxmlformats.org/drawingml/2006/main" noGrp="1"/>
          </p:cNvSpPr>
          <p:nvPr/>
        </p:nvSpPr>
        <p:spPr>
          <a:xfrm xmlns:a="http://schemas.openxmlformats.org/drawingml/2006/main">
            <a:off x="4142232"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46" name="Shape 39">
            <a:extLst xmlns:a="http://schemas.openxmlformats.org/drawingml/2006/main">
              <a:ext uri="{FF2B5EF4-FFF2-40B4-BE49-F238E27FC236}">
                <a16:creationId xmlns:a16="http://schemas.microsoft.com/office/drawing/2014/main" id="{60AC3BF6-DF6E-4DA0-BB53-25250CCBFC2B}"/>
              </a:ext>
            </a:extLst>
          </p:cNvPr>
          <p:cNvSpPr>
            <a:spLocks xmlns:a="http://schemas.openxmlformats.org/drawingml/2006/main" noGrp="1"/>
          </p:cNvSpPr>
          <p:nvPr/>
        </p:nvSpPr>
        <p:spPr>
          <a:xfrm xmlns:a="http://schemas.openxmlformats.org/drawingml/2006/main">
            <a:off x="4361688" y="3849624"/>
            <a:ext cx="566928" cy="566928"/>
          </a:xfrm>
          <a:prstGeom xmlns:a="http://schemas.openxmlformats.org/drawingml/2006/main" prst="ellipse">
            <a:avLst/>
          </a:prstGeom>
          <a:solidFill xmlns:a="http://schemas.openxmlformats.org/drawingml/2006/main">
            <a:srgbClr val="D2C81A">
              <a:alpha val="15000"/>
            </a:srgbClr>
          </a:solidFill>
        </p:spPr>
      </p:sp>
      <p:pic>
        <p:nvPicPr>
          <p:cNvPr id="111" name="Image 5"/>
          <p:cNvPicPr>
            <a:picLocks xmlns:a="http://schemas.openxmlformats.org/drawingml/2006/main" noChangeAspect="1"/>
          </p:cNvPicPr>
          <p:nvPr/>
        </p:nvPicPr>
        <p:blipFill>
          <a:blip xmlns:r="http://schemas.openxmlformats.org/officeDocument/2006/relationships" xmlns:a="http://schemas.openxmlformats.org/drawingml/2006/main" r:embed="R13b6465a43754fed"/>
          <a:stretch xmlns:a="http://schemas.openxmlformats.org/drawingml/2006/main">
            <a:fillRect l="0" t="0" r="0" b="0"/>
          </a:stretch>
        </p:blipFill>
        <p:spPr>
          <a:xfrm xmlns:a="http://schemas.openxmlformats.org/drawingml/2006/main">
            <a:off x="4503420" y="3991356"/>
            <a:ext cx="283464" cy="283464"/>
          </a:xfrm>
          <a:prstGeom xmlns:a="http://schemas.openxmlformats.org/drawingml/2006/main" prst="rect">
            <a:avLst/>
          </a:prstGeom>
        </p:spPr>
      </p:pic>
      <p:sp>
        <p:nvSpPr>
          <p:cNvPr id="48" name="Text 40">
            <a:extLst xmlns:a="http://schemas.openxmlformats.org/drawingml/2006/main">
              <a:ext uri="{FF2B5EF4-FFF2-40B4-BE49-F238E27FC236}">
                <a16:creationId xmlns:a16="http://schemas.microsoft.com/office/drawing/2014/main" id="{3FAB8B29-98D1-4E02-A1ED-AC90CD60226E}"/>
              </a:ext>
            </a:extLst>
          </p:cNvPr>
          <p:cNvSpPr>
            <a:spLocks xmlns:a="http://schemas.openxmlformats.org/drawingml/2006/main" noGrp="1"/>
          </p:cNvSpPr>
          <p:nvPr/>
        </p:nvSpPr>
        <p:spPr>
          <a:xfrm xmlns:a="http://schemas.openxmlformats.org/drawingml/2006/main">
            <a:off x="5038344"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개발 도구</a:t>
            </a:r>
            <a:endParaRPr sz="1200"/>
          </a:p>
        </p:txBody>
      </p:sp>
      <p:sp>
        <p:nvSpPr>
          <p:cNvPr id="49" name="Shape 41">
            <a:extLst xmlns:a="http://schemas.openxmlformats.org/drawingml/2006/main">
              <a:ext uri="{FF2B5EF4-FFF2-40B4-BE49-F238E27FC236}">
                <a16:creationId xmlns:a16="http://schemas.microsoft.com/office/drawing/2014/main" id="{B48BAFA2-5DD6-4527-B0E4-F6CFF1D9EDE3}"/>
              </a:ext>
            </a:extLst>
          </p:cNvPr>
          <p:cNvSpPr>
            <a:spLocks xmlns:a="http://schemas.openxmlformats.org/drawingml/2006/main" noGrp="1"/>
          </p:cNvSpPr>
          <p:nvPr/>
        </p:nvSpPr>
        <p:spPr>
          <a:xfrm xmlns:a="http://schemas.openxmlformats.org/drawingml/2006/main">
            <a:off x="4398264" y="4590288"/>
            <a:ext cx="2944368" cy="7315"/>
          </a:xfrm>
          <a:prstGeom xmlns:a="http://schemas.openxmlformats.org/drawingml/2006/main" prst="rect">
            <a:avLst/>
          </a:prstGeom>
          <a:solidFill xmlns:a="http://schemas.openxmlformats.org/drawingml/2006/main">
            <a:srgbClr val="DDE3EA"/>
          </a:solidFill>
        </p:spPr>
      </p:sp>
      <p:sp>
        <p:nvSpPr>
          <p:cNvPr id="50" name="Text 42">
            <a:extLst xmlns:a="http://schemas.openxmlformats.org/drawingml/2006/main">
              <a:ext uri="{FF2B5EF4-FFF2-40B4-BE49-F238E27FC236}">
                <a16:creationId xmlns:a16="http://schemas.microsoft.com/office/drawing/2014/main" id="{135890FF-1273-49D6-8143-6ACA8F231E90}"/>
              </a:ext>
            </a:extLst>
          </p:cNvPr>
          <p:cNvSpPr>
            <a:spLocks xmlns:a="http://schemas.openxmlformats.org/drawingml/2006/main" noGrp="1"/>
          </p:cNvSpPr>
          <p:nvPr/>
        </p:nvSpPr>
        <p:spPr>
          <a:xfrm xmlns:a="http://schemas.openxmlformats.org/drawingml/2006/main">
            <a:off x="4398264"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D2C81A"/>
                </a:solidFill>
                <a:latin typeface="맑은 고딕"/>
                <a:ea typeface="맑은 고딕"/>
                <a:cs typeface="맑은 고딕"/>
              </a:rPr>
              <a:t>IntelliJ IDEA</a:t>
            </a:r>
            <a:endParaRPr sz="1250"/>
          </a:p>
        </p:txBody>
      </p:sp>
      <p:sp>
        <p:nvSpPr>
          <p:cNvPr id="51" name="Text 43">
            <a:extLst xmlns:a="http://schemas.openxmlformats.org/drawingml/2006/main">
              <a:ext uri="{FF2B5EF4-FFF2-40B4-BE49-F238E27FC236}">
                <a16:creationId xmlns:a16="http://schemas.microsoft.com/office/drawing/2014/main" id="{6B42A6C9-0A99-42A6-8535-1B828FDC9815}"/>
              </a:ext>
            </a:extLst>
          </p:cNvPr>
          <p:cNvSpPr>
            <a:spLocks xmlns:a="http://schemas.openxmlformats.org/drawingml/2006/main" noGrp="1"/>
          </p:cNvSpPr>
          <p:nvPr/>
        </p:nvSpPr>
        <p:spPr>
          <a:xfrm xmlns:a="http://schemas.openxmlformats.org/drawingml/2006/main">
            <a:off x="4398264"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Gradle · Lombok</a:t>
            </a:r>
            <a:endParaRPr sz="1050"/>
          </a:p>
        </p:txBody>
      </p:sp>
      <p:sp>
        <p:nvSpPr>
          <p:cNvPr id="52" name="Shape 44">
            <a:extLst xmlns:a="http://schemas.openxmlformats.org/drawingml/2006/main">
              <a:ext uri="{FF2B5EF4-FFF2-40B4-BE49-F238E27FC236}">
                <a16:creationId xmlns:a16="http://schemas.microsoft.com/office/drawing/2014/main" id="{B859241C-5CEC-4315-9597-7CFF027BBC46}"/>
              </a:ext>
            </a:extLst>
          </p:cNvPr>
          <p:cNvSpPr>
            <a:spLocks xmlns:a="http://schemas.openxmlformats.org/drawingml/2006/main" noGrp="1"/>
          </p:cNvSpPr>
          <p:nvPr/>
        </p:nvSpPr>
        <p:spPr>
          <a:xfrm xmlns:a="http://schemas.openxmlformats.org/drawingml/2006/main">
            <a:off x="7781544" y="3657600"/>
            <a:ext cx="3456432" cy="1783080"/>
          </a:xfrm>
          <a:prstGeom xmlns:a="http://schemas.openxmlformats.org/drawingml/2006/main" prst="roundRect">
            <a:avLst>
              <a:gd name="adj" fmla="val 4103"/>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53" name="Shape 45">
            <a:extLst xmlns:a="http://schemas.openxmlformats.org/drawingml/2006/main">
              <a:ext uri="{FF2B5EF4-FFF2-40B4-BE49-F238E27FC236}">
                <a16:creationId xmlns:a16="http://schemas.microsoft.com/office/drawing/2014/main" id="{E1279C54-B165-40B2-A931-D44558E991A1}"/>
              </a:ext>
            </a:extLst>
          </p:cNvPr>
          <p:cNvSpPr>
            <a:spLocks xmlns:a="http://schemas.openxmlformats.org/drawingml/2006/main" noGrp="1"/>
          </p:cNvSpPr>
          <p:nvPr/>
        </p:nvSpPr>
        <p:spPr>
          <a:xfrm xmlns:a="http://schemas.openxmlformats.org/drawingml/2006/main">
            <a:off x="8001000" y="3849624"/>
            <a:ext cx="566928" cy="566928"/>
          </a:xfrm>
          <a:prstGeom xmlns:a="http://schemas.openxmlformats.org/drawingml/2006/main" prst="ellipse">
            <a:avLst/>
          </a:prstGeom>
          <a:solidFill xmlns:a="http://schemas.openxmlformats.org/drawingml/2006/main">
            <a:srgbClr val="FF5A1F">
              <a:alpha val="15000"/>
            </a:srgbClr>
          </a:solidFill>
        </p:spPr>
      </p:sp>
      <p:pic>
        <p:nvPicPr>
          <p:cNvPr id="118" name="Image 6"/>
          <p:cNvPicPr>
            <a:picLocks xmlns:a="http://schemas.openxmlformats.org/drawingml/2006/main" noChangeAspect="1"/>
          </p:cNvPicPr>
          <p:nvPr/>
        </p:nvPicPr>
        <p:blipFill>
          <a:blip xmlns:r="http://schemas.openxmlformats.org/officeDocument/2006/relationships" xmlns:a="http://schemas.openxmlformats.org/drawingml/2006/main" r:embed="Rf253860f4c0b447c"/>
          <a:stretch xmlns:a="http://schemas.openxmlformats.org/drawingml/2006/main">
            <a:fillRect l="0" t="0" r="0" b="0"/>
          </a:stretch>
        </p:blipFill>
        <p:spPr>
          <a:xfrm xmlns:a="http://schemas.openxmlformats.org/drawingml/2006/main">
            <a:off x="8142732" y="3991356"/>
            <a:ext cx="283464" cy="283464"/>
          </a:xfrm>
          <a:prstGeom xmlns:a="http://schemas.openxmlformats.org/drawingml/2006/main" prst="rect">
            <a:avLst/>
          </a:prstGeom>
        </p:spPr>
      </p:pic>
      <p:sp>
        <p:nvSpPr>
          <p:cNvPr id="55" name="Text 46">
            <a:extLst xmlns:a="http://schemas.openxmlformats.org/drawingml/2006/main">
              <a:ext uri="{FF2B5EF4-FFF2-40B4-BE49-F238E27FC236}">
                <a16:creationId xmlns:a16="http://schemas.microsoft.com/office/drawing/2014/main" id="{E6E32ABA-67B7-489C-BDBC-75ABB30061DF}"/>
              </a:ext>
            </a:extLst>
          </p:cNvPr>
          <p:cNvSpPr>
            <a:spLocks xmlns:a="http://schemas.openxmlformats.org/drawingml/2006/main" noGrp="1"/>
          </p:cNvSpPr>
          <p:nvPr/>
        </p:nvSpPr>
        <p:spPr>
          <a:xfrm xmlns:a="http://schemas.openxmlformats.org/drawingml/2006/main">
            <a:off x="8677656" y="3877056"/>
            <a:ext cx="235915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200" b="1">
                <a:solidFill>
                  <a:srgbClr val="10151E"/>
                </a:solidFill>
                <a:latin typeface="맑은 고딕"/>
                <a:ea typeface="맑은 고딕"/>
                <a:cs typeface="맑은 고딕"/>
              </a:rPr>
              <a:t>협업 도구</a:t>
            </a:r>
            <a:endParaRPr sz="1200"/>
          </a:p>
        </p:txBody>
      </p:sp>
      <p:sp>
        <p:nvSpPr>
          <p:cNvPr id="56" name="Shape 47">
            <a:extLst xmlns:a="http://schemas.openxmlformats.org/drawingml/2006/main">
              <a:ext uri="{FF2B5EF4-FFF2-40B4-BE49-F238E27FC236}">
                <a16:creationId xmlns:a16="http://schemas.microsoft.com/office/drawing/2014/main" id="{23762412-3747-49DE-BEC8-7A0E5A8853CD}"/>
              </a:ext>
            </a:extLst>
          </p:cNvPr>
          <p:cNvSpPr>
            <a:spLocks xmlns:a="http://schemas.openxmlformats.org/drawingml/2006/main" noGrp="1"/>
          </p:cNvSpPr>
          <p:nvPr/>
        </p:nvSpPr>
        <p:spPr>
          <a:xfrm xmlns:a="http://schemas.openxmlformats.org/drawingml/2006/main">
            <a:off x="8037576" y="4590288"/>
            <a:ext cx="2944368" cy="7315"/>
          </a:xfrm>
          <a:prstGeom xmlns:a="http://schemas.openxmlformats.org/drawingml/2006/main" prst="rect">
            <a:avLst/>
          </a:prstGeom>
          <a:solidFill xmlns:a="http://schemas.openxmlformats.org/drawingml/2006/main">
            <a:srgbClr val="DDE3EA"/>
          </a:solidFill>
        </p:spPr>
      </p:sp>
      <p:sp>
        <p:nvSpPr>
          <p:cNvPr id="57" name="Text 48">
            <a:extLst xmlns:a="http://schemas.openxmlformats.org/drawingml/2006/main">
              <a:ext uri="{FF2B5EF4-FFF2-40B4-BE49-F238E27FC236}">
                <a16:creationId xmlns:a16="http://schemas.microsoft.com/office/drawing/2014/main" id="{7F7D2403-9CFE-456D-AC19-AB15707972CF}"/>
              </a:ext>
            </a:extLst>
          </p:cNvPr>
          <p:cNvSpPr>
            <a:spLocks xmlns:a="http://schemas.openxmlformats.org/drawingml/2006/main" noGrp="1"/>
          </p:cNvSpPr>
          <p:nvPr/>
        </p:nvSpPr>
        <p:spPr>
          <a:xfrm xmlns:a="http://schemas.openxmlformats.org/drawingml/2006/main">
            <a:off x="8037576" y="4709160"/>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5A1F"/>
                </a:solidFill>
                <a:latin typeface="맑은 고딕"/>
                <a:ea typeface="맑은 고딕"/>
                <a:cs typeface="맑은 고딕"/>
              </a:rPr>
              <a:t>GitHub · 노션</a:t>
            </a:r>
            <a:endParaRPr sz="1250"/>
          </a:p>
        </p:txBody>
      </p:sp>
      <p:sp>
        <p:nvSpPr>
          <p:cNvPr id="58" name="Text 49">
            <a:extLst xmlns:a="http://schemas.openxmlformats.org/drawingml/2006/main">
              <a:ext uri="{FF2B5EF4-FFF2-40B4-BE49-F238E27FC236}">
                <a16:creationId xmlns:a16="http://schemas.microsoft.com/office/drawing/2014/main" id="{23BB2746-6BCC-4E6F-AA92-302340649699}"/>
              </a:ext>
            </a:extLst>
          </p:cNvPr>
          <p:cNvSpPr>
            <a:spLocks xmlns:a="http://schemas.openxmlformats.org/drawingml/2006/main" noGrp="1"/>
          </p:cNvSpPr>
          <p:nvPr/>
        </p:nvSpPr>
        <p:spPr>
          <a:xfrm xmlns:a="http://schemas.openxmlformats.org/drawingml/2006/main">
            <a:off x="8037576" y="5010912"/>
            <a:ext cx="29443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ERDCloud · 카카오톡</a:t>
            </a:r>
            <a:endParaRPr sz="1050"/>
          </a:p>
        </p:txBody>
      </p:sp>
    </p:spTree>
    <p:extLst>
      <p:ext uri="{BB962C8B-B14F-4D97-AF65-F5344CB8AC3E}">
        <p14:creationId xmlns:p14="http://schemas.microsoft.com/office/powerpoint/2010/main" val="13795197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419C2C4-09B8-4797-8915-5F8C1D2F0A4B}"/>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2A201C76-4E27-4F77-A1FC-DEA5BFC11696}"/>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8F6A5E0A-EBDA-430F-A828-BC3A6DF205F2}"/>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8FF2DB66-BF4A-4F7A-8239-11A70057CBB2}"/>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ACBFE4CA-21E2-4B52-AD0E-BE7D6EAF889B}"/>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9A0A1B59-CA51-47B5-B86F-558671622EAB}"/>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A1352230-3926-4559-92E5-E3ED700AEE65}"/>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319B0E3C-A05E-4B10-8266-CFF5595A830A}"/>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58" name="Image 0"/>
          <p:cNvPicPr>
            <a:picLocks xmlns:a="http://schemas.openxmlformats.org/drawingml/2006/main" noChangeAspect="1"/>
          </p:cNvPicPr>
          <p:nvPr/>
        </p:nvPicPr>
        <p:blipFill>
          <a:blip xmlns:r="http://schemas.openxmlformats.org/officeDocument/2006/relationships" xmlns:a="http://schemas.openxmlformats.org/drawingml/2006/main" r:embed="R9606ca2d86bb4dc9"/>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EBC91002-9EEB-4D6D-8164-01094A11836F}"/>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AF069AE1-DAF0-40DF-B2EE-3101C9710C4F}"/>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3E529DF5-22AD-41B6-B982-AE3F0BA0C021}"/>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04   프로젝트 수행 경과</a:t>
            </a:r>
            <a:endParaRPr sz="1200"/>
          </a:p>
        </p:txBody>
      </p:sp>
      <p:sp>
        <p:nvSpPr>
          <p:cNvPr id="14" name="Text 11">
            <a:extLst xmlns:a="http://schemas.openxmlformats.org/drawingml/2006/main">
              <a:ext uri="{FF2B5EF4-FFF2-40B4-BE49-F238E27FC236}">
                <a16:creationId xmlns:a16="http://schemas.microsoft.com/office/drawing/2014/main" id="{EF2514CA-2841-4ACF-840A-57A210006BDE}"/>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신청부터 고객 피드백까지 핵심 흐름을 구현</a:t>
            </a:r>
            <a:endParaRPr sz="2500"/>
          </a:p>
        </p:txBody>
      </p:sp>
      <p:sp>
        <p:nvSpPr>
          <p:cNvPr id="15" name="Text 12">
            <a:extLst xmlns:a="http://schemas.openxmlformats.org/drawingml/2006/main">
              <a:ext uri="{FF2B5EF4-FFF2-40B4-BE49-F238E27FC236}">
                <a16:creationId xmlns:a16="http://schemas.microsoft.com/office/drawing/2014/main" id="{5BB0FC6C-1D4F-406B-ABAF-390AEE8520AE}"/>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B4681F19-9F1F-4A3B-B9C0-FDB4215A0537}"/>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08</a:t>
            </a:r>
            <a:endParaRPr sz="900"/>
          </a:p>
        </p:txBody>
      </p:sp>
      <p:sp>
        <p:nvSpPr>
          <p:cNvPr id="17" name="Text 14">
            <a:extLst xmlns:a="http://schemas.openxmlformats.org/drawingml/2006/main">
              <a:ext uri="{FF2B5EF4-FFF2-40B4-BE49-F238E27FC236}">
                <a16:creationId xmlns:a16="http://schemas.microsoft.com/office/drawing/2014/main" id="{E3C009CF-099D-4B4B-9965-7BD830DC59EB}"/>
              </a:ext>
            </a:extLst>
          </p:cNvPr>
          <p:cNvSpPr>
            <a:spLocks xmlns:a="http://schemas.openxmlformats.org/drawingml/2006/main" noGrp="1"/>
          </p:cNvSpPr>
          <p:nvPr/>
        </p:nvSpPr>
        <p:spPr>
          <a:xfrm xmlns:a="http://schemas.openxmlformats.org/drawingml/2006/main">
            <a:off x="502920" y="1481328"/>
            <a:ext cx="105156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8E9AAA"/>
                </a:solidFill>
                <a:latin typeface="맑은 고딕"/>
                <a:ea typeface="맑은 고딕"/>
                <a:cs typeface="맑은 고딕"/>
              </a:rPr>
              <a:t>현재 저장소와 실제 구동 화면을 기준으로 정리했습니다.</a:t>
            </a:r>
            <a:endParaRPr sz="1000"/>
          </a:p>
        </p:txBody>
      </p:sp>
      <p:sp>
        <p:nvSpPr>
          <p:cNvPr id="18" name="Shape 15">
            <a:extLst xmlns:a="http://schemas.openxmlformats.org/drawingml/2006/main">
              <a:ext uri="{FF2B5EF4-FFF2-40B4-BE49-F238E27FC236}">
                <a16:creationId xmlns:a16="http://schemas.microsoft.com/office/drawing/2014/main" id="{93A09429-7C9A-481D-9FD3-ADE6AFD2DDEE}"/>
              </a:ext>
            </a:extLst>
          </p:cNvPr>
          <p:cNvSpPr>
            <a:spLocks xmlns:a="http://schemas.openxmlformats.org/drawingml/2006/main" noGrp="1"/>
          </p:cNvSpPr>
          <p:nvPr/>
        </p:nvSpPr>
        <p:spPr>
          <a:xfrm xmlns:a="http://schemas.openxmlformats.org/drawingml/2006/main">
            <a:off x="502920" y="1874520"/>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19" name="Text 16">
            <a:extLst xmlns:a="http://schemas.openxmlformats.org/drawingml/2006/main">
              <a:ext uri="{FF2B5EF4-FFF2-40B4-BE49-F238E27FC236}">
                <a16:creationId xmlns:a16="http://schemas.microsoft.com/office/drawing/2014/main" id="{84699D76-1F60-4116-BD28-60BA15B8F4BF}"/>
              </a:ext>
            </a:extLst>
          </p:cNvPr>
          <p:cNvSpPr>
            <a:spLocks xmlns:a="http://schemas.openxmlformats.org/drawingml/2006/main" noGrp="1"/>
          </p:cNvSpPr>
          <p:nvPr/>
        </p:nvSpPr>
        <p:spPr>
          <a:xfrm xmlns:a="http://schemas.openxmlformats.org/drawingml/2006/main">
            <a:off x="731520" y="1874520"/>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공통·인증</a:t>
            </a:r>
            <a:endParaRPr sz="1200"/>
          </a:p>
        </p:txBody>
      </p:sp>
      <p:sp>
        <p:nvSpPr>
          <p:cNvPr id="20" name="Text 17">
            <a:extLst xmlns:a="http://schemas.openxmlformats.org/drawingml/2006/main">
              <a:ext uri="{FF2B5EF4-FFF2-40B4-BE49-F238E27FC236}">
                <a16:creationId xmlns:a16="http://schemas.microsoft.com/office/drawing/2014/main" id="{95DFF0D9-EC7B-4BBF-B7E1-77EFCB5034D0}"/>
              </a:ext>
            </a:extLst>
          </p:cNvPr>
          <p:cNvSpPr>
            <a:spLocks xmlns:a="http://schemas.openxmlformats.org/drawingml/2006/main" noGrp="1"/>
          </p:cNvSpPr>
          <p:nvPr/>
        </p:nvSpPr>
        <p:spPr>
          <a:xfrm xmlns:a="http://schemas.openxmlformats.org/drawingml/2006/main">
            <a:off x="3566160" y="1874520"/>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[팀장명]</a:t>
            </a:r>
            <a:endParaRPr sz="1050"/>
          </a:p>
        </p:txBody>
      </p:sp>
      <p:sp>
        <p:nvSpPr>
          <p:cNvPr id="21" name="Text 18">
            <a:extLst xmlns:a="http://schemas.openxmlformats.org/drawingml/2006/main">
              <a:ext uri="{FF2B5EF4-FFF2-40B4-BE49-F238E27FC236}">
                <a16:creationId xmlns:a16="http://schemas.microsoft.com/office/drawing/2014/main" id="{424F780E-CC9E-4D59-853B-5841CAF60E77}"/>
              </a:ext>
            </a:extLst>
          </p:cNvPr>
          <p:cNvSpPr>
            <a:spLocks xmlns:a="http://schemas.openxmlformats.org/drawingml/2006/main" noGrp="1"/>
          </p:cNvSpPr>
          <p:nvPr/>
        </p:nvSpPr>
        <p:spPr>
          <a:xfrm xmlns:a="http://schemas.openxmlformats.org/drawingml/2006/main">
            <a:off x="5349240" y="1874520"/>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로그인·회원가입, 역할별 접근 제어, 공통 레이아웃</a:t>
            </a:r>
            <a:endParaRPr sz="1000"/>
          </a:p>
        </p:txBody>
      </p:sp>
      <p:sp>
        <p:nvSpPr>
          <p:cNvPr id="22" name="Shape 19">
            <a:extLst xmlns:a="http://schemas.openxmlformats.org/drawingml/2006/main">
              <a:ext uri="{FF2B5EF4-FFF2-40B4-BE49-F238E27FC236}">
                <a16:creationId xmlns:a16="http://schemas.microsoft.com/office/drawing/2014/main" id="{EB1A4851-443C-4EFD-B2F8-232E40B94F9C}"/>
              </a:ext>
            </a:extLst>
          </p:cNvPr>
          <p:cNvSpPr>
            <a:spLocks xmlns:a="http://schemas.openxmlformats.org/drawingml/2006/main" noGrp="1"/>
          </p:cNvSpPr>
          <p:nvPr/>
        </p:nvSpPr>
        <p:spPr>
          <a:xfrm xmlns:a="http://schemas.openxmlformats.org/drawingml/2006/main">
            <a:off x="10012680" y="2039112"/>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23" name="Text 20">
            <a:extLst xmlns:a="http://schemas.openxmlformats.org/drawingml/2006/main">
              <a:ext uri="{FF2B5EF4-FFF2-40B4-BE49-F238E27FC236}">
                <a16:creationId xmlns:a16="http://schemas.microsoft.com/office/drawing/2014/main" id="{9E699AA5-63FB-4780-90CD-D6A3E5E9F729}"/>
              </a:ext>
            </a:extLst>
          </p:cNvPr>
          <p:cNvSpPr>
            <a:spLocks xmlns:a="http://schemas.openxmlformats.org/drawingml/2006/main" noGrp="1"/>
          </p:cNvSpPr>
          <p:nvPr/>
        </p:nvSpPr>
        <p:spPr>
          <a:xfrm xmlns:a="http://schemas.openxmlformats.org/drawingml/2006/main">
            <a:off x="10012680" y="2039112"/>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24" name="Shape 21">
            <a:extLst xmlns:a="http://schemas.openxmlformats.org/drawingml/2006/main">
              <a:ext uri="{FF2B5EF4-FFF2-40B4-BE49-F238E27FC236}">
                <a16:creationId xmlns:a16="http://schemas.microsoft.com/office/drawing/2014/main" id="{26F7C795-6319-47BD-B031-6D1BCE8E97C8}"/>
              </a:ext>
            </a:extLst>
          </p:cNvPr>
          <p:cNvSpPr>
            <a:spLocks xmlns:a="http://schemas.openxmlformats.org/drawingml/2006/main" noGrp="1"/>
          </p:cNvSpPr>
          <p:nvPr/>
        </p:nvSpPr>
        <p:spPr>
          <a:xfrm xmlns:a="http://schemas.openxmlformats.org/drawingml/2006/main">
            <a:off x="502920" y="2624328"/>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25" name="Text 22">
            <a:extLst xmlns:a="http://schemas.openxmlformats.org/drawingml/2006/main">
              <a:ext uri="{FF2B5EF4-FFF2-40B4-BE49-F238E27FC236}">
                <a16:creationId xmlns:a16="http://schemas.microsoft.com/office/drawing/2014/main" id="{9AF3284B-AA1D-462E-95A1-7436534A39E4}"/>
              </a:ext>
            </a:extLst>
          </p:cNvPr>
          <p:cNvSpPr>
            <a:spLocks xmlns:a="http://schemas.openxmlformats.org/drawingml/2006/main" noGrp="1"/>
          </p:cNvSpPr>
          <p:nvPr/>
        </p:nvSpPr>
        <p:spPr>
          <a:xfrm xmlns:a="http://schemas.openxmlformats.org/drawingml/2006/main">
            <a:off x="731520" y="2624328"/>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 신청</a:t>
            </a:r>
            <a:endParaRPr sz="1200"/>
          </a:p>
        </p:txBody>
      </p:sp>
      <p:sp>
        <p:nvSpPr>
          <p:cNvPr id="26" name="Text 23">
            <a:extLst xmlns:a="http://schemas.openxmlformats.org/drawingml/2006/main">
              <a:ext uri="{FF2B5EF4-FFF2-40B4-BE49-F238E27FC236}">
                <a16:creationId xmlns:a16="http://schemas.microsoft.com/office/drawing/2014/main" id="{224EDC25-5D39-4842-834D-6DA373B06F5B}"/>
              </a:ext>
            </a:extLst>
          </p:cNvPr>
          <p:cNvSpPr>
            <a:spLocks xmlns:a="http://schemas.openxmlformats.org/drawingml/2006/main" noGrp="1"/>
          </p:cNvSpPr>
          <p:nvPr/>
        </p:nvSpPr>
        <p:spPr>
          <a:xfrm xmlns:a="http://schemas.openxmlformats.org/drawingml/2006/main">
            <a:off x="3566160" y="2624328"/>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[담당자 확인]</a:t>
            </a:r>
            <a:endParaRPr sz="1050"/>
          </a:p>
        </p:txBody>
      </p:sp>
      <p:sp>
        <p:nvSpPr>
          <p:cNvPr id="27" name="Text 24">
            <a:extLst xmlns:a="http://schemas.openxmlformats.org/drawingml/2006/main">
              <a:ext uri="{FF2B5EF4-FFF2-40B4-BE49-F238E27FC236}">
                <a16:creationId xmlns:a16="http://schemas.microsoft.com/office/drawing/2014/main" id="{A75A1368-6763-4755-94BC-91E0C40ECB1A}"/>
              </a:ext>
            </a:extLst>
          </p:cNvPr>
          <p:cNvSpPr>
            <a:spLocks xmlns:a="http://schemas.openxmlformats.org/drawingml/2006/main" noGrp="1"/>
          </p:cNvSpPr>
          <p:nvPr/>
        </p:nvSpPr>
        <p:spPr>
          <a:xfrm xmlns:a="http://schemas.openxmlformats.org/drawingml/2006/main">
            <a:off x="5349240" y="2624328"/>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신청·중복 확인·내역·본인 상세 조회</a:t>
            </a:r>
            <a:endParaRPr sz="1000"/>
          </a:p>
        </p:txBody>
      </p:sp>
      <p:sp>
        <p:nvSpPr>
          <p:cNvPr id="28" name="Shape 25">
            <a:extLst xmlns:a="http://schemas.openxmlformats.org/drawingml/2006/main">
              <a:ext uri="{FF2B5EF4-FFF2-40B4-BE49-F238E27FC236}">
                <a16:creationId xmlns:a16="http://schemas.microsoft.com/office/drawing/2014/main" id="{03A31B85-0AD5-4F2D-92D8-1E48A2260AE6}"/>
              </a:ext>
            </a:extLst>
          </p:cNvPr>
          <p:cNvSpPr>
            <a:spLocks xmlns:a="http://schemas.openxmlformats.org/drawingml/2006/main" noGrp="1"/>
          </p:cNvSpPr>
          <p:nvPr/>
        </p:nvSpPr>
        <p:spPr>
          <a:xfrm xmlns:a="http://schemas.openxmlformats.org/drawingml/2006/main">
            <a:off x="10012680" y="2788920"/>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29" name="Text 26">
            <a:extLst xmlns:a="http://schemas.openxmlformats.org/drawingml/2006/main">
              <a:ext uri="{FF2B5EF4-FFF2-40B4-BE49-F238E27FC236}">
                <a16:creationId xmlns:a16="http://schemas.microsoft.com/office/drawing/2014/main" id="{96D554BD-735C-4572-B9E7-AED6B487704A}"/>
              </a:ext>
            </a:extLst>
          </p:cNvPr>
          <p:cNvSpPr>
            <a:spLocks xmlns:a="http://schemas.openxmlformats.org/drawingml/2006/main" noGrp="1"/>
          </p:cNvSpPr>
          <p:nvPr/>
        </p:nvSpPr>
        <p:spPr>
          <a:xfrm xmlns:a="http://schemas.openxmlformats.org/drawingml/2006/main">
            <a:off x="10012680" y="2788920"/>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30" name="Shape 27">
            <a:extLst xmlns:a="http://schemas.openxmlformats.org/drawingml/2006/main">
              <a:ext uri="{FF2B5EF4-FFF2-40B4-BE49-F238E27FC236}">
                <a16:creationId xmlns:a16="http://schemas.microsoft.com/office/drawing/2014/main" id="{00A09EE0-1428-4DB7-95DC-D1ADB25C476E}"/>
              </a:ext>
            </a:extLst>
          </p:cNvPr>
          <p:cNvSpPr>
            <a:spLocks xmlns:a="http://schemas.openxmlformats.org/drawingml/2006/main" noGrp="1"/>
          </p:cNvSpPr>
          <p:nvPr/>
        </p:nvSpPr>
        <p:spPr>
          <a:xfrm xmlns:a="http://schemas.openxmlformats.org/drawingml/2006/main">
            <a:off x="502920" y="3374136"/>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31" name="Text 28">
            <a:extLst xmlns:a="http://schemas.openxmlformats.org/drawingml/2006/main">
              <a:ext uri="{FF2B5EF4-FFF2-40B4-BE49-F238E27FC236}">
                <a16:creationId xmlns:a16="http://schemas.microsoft.com/office/drawing/2014/main" id="{A0A522F7-2EC2-42DD-A01D-454C77370A4E}"/>
              </a:ext>
            </a:extLst>
          </p:cNvPr>
          <p:cNvSpPr>
            <a:spLocks xmlns:a="http://schemas.openxmlformats.org/drawingml/2006/main" noGrp="1"/>
          </p:cNvSpPr>
          <p:nvPr/>
        </p:nvSpPr>
        <p:spPr>
          <a:xfrm xmlns:a="http://schemas.openxmlformats.org/drawingml/2006/main">
            <a:off x="731520" y="3374136"/>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관리자 운영</a:t>
            </a:r>
            <a:endParaRPr sz="1200"/>
          </a:p>
        </p:txBody>
      </p:sp>
      <p:sp>
        <p:nvSpPr>
          <p:cNvPr id="32" name="Text 29">
            <a:extLst xmlns:a="http://schemas.openxmlformats.org/drawingml/2006/main">
              <a:ext uri="{FF2B5EF4-FFF2-40B4-BE49-F238E27FC236}">
                <a16:creationId xmlns:a16="http://schemas.microsoft.com/office/drawing/2014/main" id="{19020D52-C90C-4A4F-826E-BBA520EA0B0F}"/>
              </a:ext>
            </a:extLst>
          </p:cNvPr>
          <p:cNvSpPr>
            <a:spLocks xmlns:a="http://schemas.openxmlformats.org/drawingml/2006/main" noGrp="1"/>
          </p:cNvSpPr>
          <p:nvPr/>
        </p:nvSpPr>
        <p:spPr>
          <a:xfrm xmlns:a="http://schemas.openxmlformats.org/drawingml/2006/main">
            <a:off x="3566160" y="3374136"/>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최준영·김성준</a:t>
            </a:r>
            <a:endParaRPr sz="1050"/>
          </a:p>
        </p:txBody>
      </p:sp>
      <p:sp>
        <p:nvSpPr>
          <p:cNvPr id="33" name="Text 30">
            <a:extLst xmlns:a="http://schemas.openxmlformats.org/drawingml/2006/main">
              <a:ext uri="{FF2B5EF4-FFF2-40B4-BE49-F238E27FC236}">
                <a16:creationId xmlns:a16="http://schemas.microsoft.com/office/drawing/2014/main" id="{ED92BCA7-A7B2-4421-B930-CD70465CD4A3}"/>
              </a:ext>
            </a:extLst>
          </p:cNvPr>
          <p:cNvSpPr>
            <a:spLocks xmlns:a="http://schemas.openxmlformats.org/drawingml/2006/main" noGrp="1"/>
          </p:cNvSpPr>
          <p:nvPr/>
        </p:nvSpPr>
        <p:spPr>
          <a:xfrm xmlns:a="http://schemas.openxmlformats.org/drawingml/2006/main">
            <a:off x="5349240" y="3374136"/>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통계·기사관리, 캘린더·기사/시간 배정</a:t>
            </a:r>
            <a:endParaRPr sz="1000"/>
          </a:p>
        </p:txBody>
      </p:sp>
      <p:sp>
        <p:nvSpPr>
          <p:cNvPr id="34" name="Shape 31">
            <a:extLst xmlns:a="http://schemas.openxmlformats.org/drawingml/2006/main">
              <a:ext uri="{FF2B5EF4-FFF2-40B4-BE49-F238E27FC236}">
                <a16:creationId xmlns:a16="http://schemas.microsoft.com/office/drawing/2014/main" id="{0A7D480B-731C-4E81-B74E-43E45613E8C0}"/>
              </a:ext>
            </a:extLst>
          </p:cNvPr>
          <p:cNvSpPr>
            <a:spLocks xmlns:a="http://schemas.openxmlformats.org/drawingml/2006/main" noGrp="1"/>
          </p:cNvSpPr>
          <p:nvPr/>
        </p:nvSpPr>
        <p:spPr>
          <a:xfrm xmlns:a="http://schemas.openxmlformats.org/drawingml/2006/main">
            <a:off x="10012680" y="3538728"/>
            <a:ext cx="1005840" cy="310896"/>
          </a:xfrm>
          <a:prstGeom xmlns:a="http://schemas.openxmlformats.org/drawingml/2006/main" prst="roundRect">
            <a:avLst>
              <a:gd name="adj" fmla="val 147059"/>
            </a:avLst>
          </a:prstGeom>
          <a:solidFill xmlns:a="http://schemas.openxmlformats.org/drawingml/2006/main">
            <a:srgbClr val="D2C81A">
              <a:alpha val="18000"/>
            </a:srgbClr>
          </a:solidFill>
        </p:spPr>
      </p:sp>
      <p:sp>
        <p:nvSpPr>
          <p:cNvPr id="35" name="Text 32">
            <a:extLst xmlns:a="http://schemas.openxmlformats.org/drawingml/2006/main">
              <a:ext uri="{FF2B5EF4-FFF2-40B4-BE49-F238E27FC236}">
                <a16:creationId xmlns:a16="http://schemas.microsoft.com/office/drawing/2014/main" id="{9C509D23-B418-4B5A-B506-3201D390FF00}"/>
              </a:ext>
            </a:extLst>
          </p:cNvPr>
          <p:cNvSpPr>
            <a:spLocks xmlns:a="http://schemas.openxmlformats.org/drawingml/2006/main" noGrp="1"/>
          </p:cNvSpPr>
          <p:nvPr/>
        </p:nvSpPr>
        <p:spPr>
          <a:xfrm xmlns:a="http://schemas.openxmlformats.org/drawingml/2006/main">
            <a:off x="10012680" y="3538728"/>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D2C81A"/>
                </a:solidFill>
                <a:latin typeface="맑은 고딕"/>
                <a:ea typeface="맑은 고딕"/>
                <a:cs typeface="맑은 고딕"/>
              </a:rPr>
              <a:t>완료</a:t>
            </a:r>
            <a:endParaRPr sz="1000"/>
          </a:p>
        </p:txBody>
      </p:sp>
      <p:sp>
        <p:nvSpPr>
          <p:cNvPr id="36" name="Shape 33">
            <a:extLst xmlns:a="http://schemas.openxmlformats.org/drawingml/2006/main">
              <a:ext uri="{FF2B5EF4-FFF2-40B4-BE49-F238E27FC236}">
                <a16:creationId xmlns:a16="http://schemas.microsoft.com/office/drawing/2014/main" id="{CD13A475-99CA-4632-A5FF-B7E4D8D781A7}"/>
              </a:ext>
            </a:extLst>
          </p:cNvPr>
          <p:cNvSpPr>
            <a:spLocks xmlns:a="http://schemas.openxmlformats.org/drawingml/2006/main" noGrp="1"/>
          </p:cNvSpPr>
          <p:nvPr/>
        </p:nvSpPr>
        <p:spPr>
          <a:xfrm xmlns:a="http://schemas.openxmlformats.org/drawingml/2006/main">
            <a:off x="502920" y="4123944"/>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37" name="Text 34">
            <a:extLst xmlns:a="http://schemas.openxmlformats.org/drawingml/2006/main">
              <a:ext uri="{FF2B5EF4-FFF2-40B4-BE49-F238E27FC236}">
                <a16:creationId xmlns:a16="http://schemas.microsoft.com/office/drawing/2014/main" id="{5227300A-E299-42B6-8177-500E48A45B6A}"/>
              </a:ext>
            </a:extLst>
          </p:cNvPr>
          <p:cNvSpPr>
            <a:spLocks xmlns:a="http://schemas.openxmlformats.org/drawingml/2006/main" noGrp="1"/>
          </p:cNvSpPr>
          <p:nvPr/>
        </p:nvSpPr>
        <p:spPr>
          <a:xfrm xmlns:a="http://schemas.openxmlformats.org/drawingml/2006/main">
            <a:off x="731520" y="4123944"/>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기사 현장</a:t>
            </a:r>
            <a:endParaRPr sz="1200"/>
          </a:p>
        </p:txBody>
      </p:sp>
      <p:sp>
        <p:nvSpPr>
          <p:cNvPr id="38" name="Text 35">
            <a:extLst xmlns:a="http://schemas.openxmlformats.org/drawingml/2006/main">
              <a:ext uri="{FF2B5EF4-FFF2-40B4-BE49-F238E27FC236}">
                <a16:creationId xmlns:a16="http://schemas.microsoft.com/office/drawing/2014/main" id="{E42C4BCF-EEB4-487A-B721-50E2AC741AB8}"/>
              </a:ext>
            </a:extLst>
          </p:cNvPr>
          <p:cNvSpPr>
            <a:spLocks xmlns:a="http://schemas.openxmlformats.org/drawingml/2006/main" noGrp="1"/>
          </p:cNvSpPr>
          <p:nvPr/>
        </p:nvSpPr>
        <p:spPr>
          <a:xfrm xmlns:a="http://schemas.openxmlformats.org/drawingml/2006/main">
            <a:off x="3566160" y="4123944"/>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박성인</a:t>
            </a:r>
            <a:endParaRPr sz="1050"/>
          </a:p>
        </p:txBody>
      </p:sp>
      <p:sp>
        <p:nvSpPr>
          <p:cNvPr id="39" name="Text 36">
            <a:extLst xmlns:a="http://schemas.openxmlformats.org/drawingml/2006/main">
              <a:ext uri="{FF2B5EF4-FFF2-40B4-BE49-F238E27FC236}">
                <a16:creationId xmlns:a16="http://schemas.microsoft.com/office/drawing/2014/main" id="{FA080AC2-F1EF-4365-8C53-004D6111FD5C}"/>
              </a:ext>
            </a:extLst>
          </p:cNvPr>
          <p:cNvSpPr>
            <a:spLocks xmlns:a="http://schemas.openxmlformats.org/drawingml/2006/main" noGrp="1"/>
          </p:cNvSpPr>
          <p:nvPr/>
        </p:nvSpPr>
        <p:spPr>
          <a:xfrm xmlns:a="http://schemas.openxmlformats.org/drawingml/2006/main">
            <a:off x="5349240" y="4123944"/>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오늘·월간 일정, 결과 등록·수정·사진 2장</a:t>
            </a:r>
            <a:endParaRPr sz="1000"/>
          </a:p>
        </p:txBody>
      </p:sp>
      <p:sp>
        <p:nvSpPr>
          <p:cNvPr id="40" name="Shape 37">
            <a:extLst xmlns:a="http://schemas.openxmlformats.org/drawingml/2006/main">
              <a:ext uri="{FF2B5EF4-FFF2-40B4-BE49-F238E27FC236}">
                <a16:creationId xmlns:a16="http://schemas.microsoft.com/office/drawing/2014/main" id="{EC72B522-C2A4-4173-ADDD-D7A122C33316}"/>
              </a:ext>
            </a:extLst>
          </p:cNvPr>
          <p:cNvSpPr>
            <a:spLocks xmlns:a="http://schemas.openxmlformats.org/drawingml/2006/main" noGrp="1"/>
          </p:cNvSpPr>
          <p:nvPr/>
        </p:nvSpPr>
        <p:spPr>
          <a:xfrm xmlns:a="http://schemas.openxmlformats.org/drawingml/2006/main">
            <a:off x="10012680" y="4288536"/>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41" name="Text 38">
            <a:extLst xmlns:a="http://schemas.openxmlformats.org/drawingml/2006/main">
              <a:ext uri="{FF2B5EF4-FFF2-40B4-BE49-F238E27FC236}">
                <a16:creationId xmlns:a16="http://schemas.microsoft.com/office/drawing/2014/main" id="{15FA868D-D816-4BFE-989B-4EFC0BFEB51C}"/>
              </a:ext>
            </a:extLst>
          </p:cNvPr>
          <p:cNvSpPr>
            <a:spLocks xmlns:a="http://schemas.openxmlformats.org/drawingml/2006/main" noGrp="1"/>
          </p:cNvSpPr>
          <p:nvPr/>
        </p:nvSpPr>
        <p:spPr>
          <a:xfrm xmlns:a="http://schemas.openxmlformats.org/drawingml/2006/main">
            <a:off x="10012680" y="42885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42" name="Shape 39">
            <a:extLst xmlns:a="http://schemas.openxmlformats.org/drawingml/2006/main">
              <a:ext uri="{FF2B5EF4-FFF2-40B4-BE49-F238E27FC236}">
                <a16:creationId xmlns:a16="http://schemas.microsoft.com/office/drawing/2014/main" id="{4C991750-B0EE-4E33-AEDA-97134CC0CA0D}"/>
              </a:ext>
            </a:extLst>
          </p:cNvPr>
          <p:cNvSpPr>
            <a:spLocks xmlns:a="http://schemas.openxmlformats.org/drawingml/2006/main" noGrp="1"/>
          </p:cNvSpPr>
          <p:nvPr/>
        </p:nvSpPr>
        <p:spPr>
          <a:xfrm xmlns:a="http://schemas.openxmlformats.org/drawingml/2006/main">
            <a:off x="502920" y="4873752"/>
            <a:ext cx="10744200" cy="640080"/>
          </a:xfrm>
          <a:prstGeom xmlns:a="http://schemas.openxmlformats.org/drawingml/2006/main" prst="roundRect">
            <a:avLst>
              <a:gd name="adj" fmla="val 11429"/>
            </a:avLst>
          </a:prstGeom>
          <a:solidFill xmlns:a="http://schemas.openxmlformats.org/drawingml/2006/main">
            <a:srgbClr val="F6F8FA"/>
          </a:solidFill>
          <a:ln xmlns:a="http://schemas.openxmlformats.org/drawingml/2006/main" w="12700">
            <a:solidFill>
              <a:srgbClr val="DDE3EA"/>
            </a:solidFill>
            <a:prstDash val="solid"/>
          </a:ln>
        </p:spPr>
      </p:sp>
      <p:sp>
        <p:nvSpPr>
          <p:cNvPr id="43" name="Text 40">
            <a:extLst xmlns:a="http://schemas.openxmlformats.org/drawingml/2006/main">
              <a:ext uri="{FF2B5EF4-FFF2-40B4-BE49-F238E27FC236}">
                <a16:creationId xmlns:a16="http://schemas.microsoft.com/office/drawing/2014/main" id="{6972A29A-AC65-4AFE-93FB-77A3692A227C}"/>
              </a:ext>
            </a:extLst>
          </p:cNvPr>
          <p:cNvSpPr>
            <a:spLocks xmlns:a="http://schemas.openxmlformats.org/drawingml/2006/main" noGrp="1"/>
          </p:cNvSpPr>
          <p:nvPr/>
        </p:nvSpPr>
        <p:spPr>
          <a:xfrm xmlns:a="http://schemas.openxmlformats.org/drawingml/2006/main">
            <a:off x="731520" y="4873752"/>
            <a:ext cx="28346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고객 피드백</a:t>
            </a:r>
            <a:endParaRPr sz="1200"/>
          </a:p>
        </p:txBody>
      </p:sp>
      <p:sp>
        <p:nvSpPr>
          <p:cNvPr id="44" name="Text 41">
            <a:extLst xmlns:a="http://schemas.openxmlformats.org/drawingml/2006/main">
              <a:ext uri="{FF2B5EF4-FFF2-40B4-BE49-F238E27FC236}">
                <a16:creationId xmlns:a16="http://schemas.microsoft.com/office/drawing/2014/main" id="{7D6F71D4-D1A5-4DB2-9119-9A8F44D91264}"/>
              </a:ext>
            </a:extLst>
          </p:cNvPr>
          <p:cNvSpPr>
            <a:spLocks xmlns:a="http://schemas.openxmlformats.org/drawingml/2006/main" noGrp="1"/>
          </p:cNvSpPr>
          <p:nvPr/>
        </p:nvSpPr>
        <p:spPr>
          <a:xfrm xmlns:a="http://schemas.openxmlformats.org/drawingml/2006/main">
            <a:off x="3566160" y="4873752"/>
            <a:ext cx="17373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5D6A7C"/>
                </a:solidFill>
                <a:latin typeface="맑은 고딕"/>
                <a:ea typeface="맑은 고딕"/>
                <a:cs typeface="맑은 고딕"/>
              </a:rPr>
              <a:t>박성인</a:t>
            </a:r>
            <a:endParaRPr sz="1050"/>
          </a:p>
        </p:txBody>
      </p:sp>
      <p:sp>
        <p:nvSpPr>
          <p:cNvPr id="45" name="Text 42">
            <a:extLst xmlns:a="http://schemas.openxmlformats.org/drawingml/2006/main">
              <a:ext uri="{FF2B5EF4-FFF2-40B4-BE49-F238E27FC236}">
                <a16:creationId xmlns:a16="http://schemas.microsoft.com/office/drawing/2014/main" id="{8E7C76E0-2C6E-4CD5-B6DA-D64634C8C027}"/>
              </a:ext>
            </a:extLst>
          </p:cNvPr>
          <p:cNvSpPr>
            <a:spLocks xmlns:a="http://schemas.openxmlformats.org/drawingml/2006/main" noGrp="1"/>
          </p:cNvSpPr>
          <p:nvPr/>
        </p:nvSpPr>
        <p:spPr>
          <a:xfrm xmlns:a="http://schemas.openxmlformats.org/drawingml/2006/main">
            <a:off x="5349240" y="4873752"/>
            <a:ext cx="4206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000">
                <a:solidFill>
                  <a:srgbClr val="5D6A7C"/>
                </a:solidFill>
                <a:latin typeface="맑은 고딕"/>
                <a:ea typeface="맑은 고딕"/>
                <a:cs typeface="맑은 고딕"/>
              </a:rPr>
              <a:t>SMS 설문, 3항목 평가, 월별 통계·전년 비교</a:t>
            </a:r>
            <a:endParaRPr sz="1000"/>
          </a:p>
        </p:txBody>
      </p:sp>
      <p:sp>
        <p:nvSpPr>
          <p:cNvPr id="46" name="Shape 43">
            <a:extLst xmlns:a="http://schemas.openxmlformats.org/drawingml/2006/main">
              <a:ext uri="{FF2B5EF4-FFF2-40B4-BE49-F238E27FC236}">
                <a16:creationId xmlns:a16="http://schemas.microsoft.com/office/drawing/2014/main" id="{41100500-13CE-475A-803F-FE47AD06585D}"/>
              </a:ext>
            </a:extLst>
          </p:cNvPr>
          <p:cNvSpPr>
            <a:spLocks xmlns:a="http://schemas.openxmlformats.org/drawingml/2006/main" noGrp="1"/>
          </p:cNvSpPr>
          <p:nvPr/>
        </p:nvSpPr>
        <p:spPr>
          <a:xfrm xmlns:a="http://schemas.openxmlformats.org/drawingml/2006/main">
            <a:off x="10012680" y="5038344"/>
            <a:ext cx="1005840" cy="310896"/>
          </a:xfrm>
          <a:prstGeom xmlns:a="http://schemas.openxmlformats.org/drawingml/2006/main" prst="roundRect">
            <a:avLst>
              <a:gd name="adj" fmla="val 147059"/>
            </a:avLst>
          </a:prstGeom>
          <a:solidFill xmlns:a="http://schemas.openxmlformats.org/drawingml/2006/main">
            <a:srgbClr val="3CC98A">
              <a:alpha val="18000"/>
            </a:srgbClr>
          </a:solidFill>
        </p:spPr>
      </p:sp>
      <p:sp>
        <p:nvSpPr>
          <p:cNvPr id="47" name="Text 44">
            <a:extLst xmlns:a="http://schemas.openxmlformats.org/drawingml/2006/main">
              <a:ext uri="{FF2B5EF4-FFF2-40B4-BE49-F238E27FC236}">
                <a16:creationId xmlns:a16="http://schemas.microsoft.com/office/drawing/2014/main" id="{AF6B3291-47B5-4C94-8D30-A125879BD5F1}"/>
              </a:ext>
            </a:extLst>
          </p:cNvPr>
          <p:cNvSpPr>
            <a:spLocks xmlns:a="http://schemas.openxmlformats.org/drawingml/2006/main" noGrp="1"/>
          </p:cNvSpPr>
          <p:nvPr/>
        </p:nvSpPr>
        <p:spPr>
          <a:xfrm xmlns:a="http://schemas.openxmlformats.org/drawingml/2006/main">
            <a:off x="10012680" y="5038344"/>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3CC98A"/>
                </a:solidFill>
                <a:latin typeface="맑은 고딕"/>
                <a:ea typeface="맑은 고딕"/>
                <a:cs typeface="맑은 고딕"/>
              </a:rPr>
              <a:t>완료</a:t>
            </a:r>
            <a:endParaRPr sz="1000"/>
          </a:p>
        </p:txBody>
      </p:sp>
      <p:sp>
        <p:nvSpPr>
          <p:cNvPr id="48" name="Text 45">
            <a:extLst xmlns:a="http://schemas.openxmlformats.org/drawingml/2006/main">
              <a:ext uri="{FF2B5EF4-FFF2-40B4-BE49-F238E27FC236}">
                <a16:creationId xmlns:a16="http://schemas.microsoft.com/office/drawing/2014/main" id="{83A6BDDF-91E5-46EF-B33F-8658A1EF74CE}"/>
              </a:ext>
            </a:extLst>
          </p:cNvPr>
          <p:cNvSpPr>
            <a:spLocks xmlns:a="http://schemas.openxmlformats.org/drawingml/2006/main" noGrp="1"/>
          </p:cNvSpPr>
          <p:nvPr/>
        </p:nvSpPr>
        <p:spPr>
          <a:xfrm xmlns:a="http://schemas.openxmlformats.org/drawingml/2006/main">
            <a:off x="502920" y="5678424"/>
            <a:ext cx="10515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8E9AAA"/>
                </a:solidFill>
                <a:latin typeface="맑은 고딕"/>
                <a:ea typeface="맑은 고딕"/>
                <a:cs typeface="맑은 고딕"/>
              </a:rPr>
              <a:t>DB 6개 테이블: MEMBER · ENGINEER · REQUEST · AS_SCHEDULE · AS_RESULT · SATISFACTION</a:t>
            </a:r>
            <a:endParaRPr sz="1050"/>
          </a:p>
        </p:txBody>
      </p:sp>
    </p:spTree>
    <p:extLst>
      <p:ext uri="{BB962C8B-B14F-4D97-AF65-F5344CB8AC3E}">
        <p14:creationId xmlns:p14="http://schemas.microsoft.com/office/powerpoint/2010/main" val="5561320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7478306-88AC-423F-81B5-9CC8854663DD}"/>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EDA6C2A6-62EC-413B-8E5D-D579413FD90D}"/>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2BCE3F06-D17E-4D23-96EF-A6AB1A32B984}"/>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C763DC67-68BE-4F68-A8A0-BC0B84C7CECB}"/>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9F2355F0-0564-4CAA-8D34-2CD4AC37FDBC}"/>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CDA41A3B-C667-4D7A-8E77-0EE935437BB0}"/>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39D9E656-6DE2-4641-920F-581467BCC261}"/>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9B286B7D-F8C3-43BC-A187-8E0FA915EBA6}"/>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7" name="Image 0"/>
          <p:cNvPicPr>
            <a:picLocks xmlns:a="http://schemas.openxmlformats.org/drawingml/2006/main" noChangeAspect="1"/>
          </p:cNvPicPr>
          <p:nvPr/>
        </p:nvPicPr>
        <p:blipFill>
          <a:blip xmlns:r="http://schemas.openxmlformats.org/officeDocument/2006/relationships" xmlns:a="http://schemas.openxmlformats.org/drawingml/2006/main" r:embed="Rc58725dcd38b42c3"/>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B8D71BDB-521C-4E6A-82F3-09DDE53E91CB}"/>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315D7C4C-A0FF-4E96-8F00-A25A21755CD3}"/>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DADBE04F-16D6-41AF-85AC-805F8868AD94}"/>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04   프로젝트 수행 경과 · 핵심 결과</a:t>
            </a:r>
            <a:endParaRPr sz="1200"/>
          </a:p>
        </p:txBody>
      </p:sp>
      <p:sp>
        <p:nvSpPr>
          <p:cNvPr id="14" name="Text 11">
            <a:extLst xmlns:a="http://schemas.openxmlformats.org/drawingml/2006/main">
              <a:ext uri="{FF2B5EF4-FFF2-40B4-BE49-F238E27FC236}">
                <a16:creationId xmlns:a16="http://schemas.microsoft.com/office/drawing/2014/main" id="{AD1CAFE4-F88D-49E3-B742-0FA208D65550}"/>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고객 신청, 관리자 배정, 기사 처리, 결과보고 화면</a:t>
            </a:r>
            <a:endParaRPr sz="2500"/>
          </a:p>
        </p:txBody>
      </p:sp>
      <p:sp>
        <p:nvSpPr>
          <p:cNvPr id="15" name="Text 12">
            <a:extLst xmlns:a="http://schemas.openxmlformats.org/drawingml/2006/main">
              <a:ext uri="{FF2B5EF4-FFF2-40B4-BE49-F238E27FC236}">
                <a16:creationId xmlns:a16="http://schemas.microsoft.com/office/drawing/2014/main" id="{003F5165-9509-4F4F-9F17-83C2D1D9F103}"/>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58EBA2D2-26EE-4F46-BDD6-39A63DC806CB}"/>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09</a:t>
            </a:r>
            <a:endParaRPr sz="900"/>
          </a:p>
        </p:txBody>
      </p:sp>
      <p:sp>
        <p:nvSpPr>
          <p:cNvPr id="17" name="Shape 14">
            <a:extLst xmlns:a="http://schemas.openxmlformats.org/drawingml/2006/main">
              <a:ext uri="{FF2B5EF4-FFF2-40B4-BE49-F238E27FC236}">
                <a16:creationId xmlns:a16="http://schemas.microsoft.com/office/drawing/2014/main" id="{C4BE261A-E438-459B-8486-E20B5EC1BC55}"/>
              </a:ext>
            </a:extLst>
          </p:cNvPr>
          <p:cNvSpPr>
            <a:spLocks xmlns:a="http://schemas.openxmlformats.org/drawingml/2006/main" noGrp="1"/>
          </p:cNvSpPr>
          <p:nvPr/>
        </p:nvSpPr>
        <p:spPr>
          <a:xfrm xmlns:a="http://schemas.openxmlformats.org/drawingml/2006/main">
            <a:off x="502920" y="1691640"/>
            <a:ext cx="5120640" cy="2331720"/>
          </a:xfrm>
          <a:prstGeom xmlns:a="http://schemas.openxmlformats.org/drawingml/2006/main" prst="roundRect">
            <a:avLst>
              <a:gd name="adj" fmla="val 3137"/>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Text 15">
            <a:extLst xmlns:a="http://schemas.openxmlformats.org/drawingml/2006/main">
              <a:ext uri="{FF2B5EF4-FFF2-40B4-BE49-F238E27FC236}">
                <a16:creationId xmlns:a16="http://schemas.microsoft.com/office/drawing/2014/main" id="{95E76958-8F3A-47FE-811A-F91CC872C63D}"/>
              </a:ext>
            </a:extLst>
          </p:cNvPr>
          <p:cNvSpPr>
            <a:spLocks xmlns:a="http://schemas.openxmlformats.org/drawingml/2006/main" noGrp="1"/>
          </p:cNvSpPr>
          <p:nvPr/>
        </p:nvSpPr>
        <p:spPr>
          <a:xfrm xmlns:a="http://schemas.openxmlformats.org/drawingml/2006/main">
            <a:off x="777240" y="189280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
            </a:r>
            <a:endParaRPr sz="1350"/>
          </a:p>
        </p:txBody>
      </p:sp>
      <p:sp>
        <p:nvSpPr>
          <p:cNvPr id="19" name="Shape 16">
            <a:extLst xmlns:a="http://schemas.openxmlformats.org/drawingml/2006/main">
              <a:ext uri="{FF2B5EF4-FFF2-40B4-BE49-F238E27FC236}">
                <a16:creationId xmlns:a16="http://schemas.microsoft.com/office/drawing/2014/main" id="{2352B36F-6F71-4D37-9D46-E92F162408DA}"/>
              </a:ext>
            </a:extLst>
          </p:cNvPr>
          <p:cNvSpPr>
            <a:spLocks xmlns:a="http://schemas.openxmlformats.org/drawingml/2006/main" noGrp="1"/>
          </p:cNvSpPr>
          <p:nvPr/>
        </p:nvSpPr>
        <p:spPr>
          <a:xfrm xmlns:a="http://schemas.openxmlformats.org/drawingml/2006/main">
            <a:off x="768096" y="2304288"/>
            <a:ext cx="384048" cy="384048"/>
          </a:xfrm>
          <a:prstGeom xmlns:a="http://schemas.openxmlformats.org/drawingml/2006/main" prst="ellipse">
            <a:avLst/>
          </a:prstGeom>
          <a:solidFill xmlns:a="http://schemas.openxmlformats.org/drawingml/2006/main">
            <a:srgbClr val="2B6BF0">
              <a:alpha val="15000"/>
            </a:srgbClr>
          </a:solidFill>
        </p:spPr>
      </p:sp>
      <p:pic>
        <p:nvPicPr>
          <p:cNvPr id="87" name="Image 1"/>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864108" y="2400300"/>
            <a:ext cx="192024" cy="192024"/>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6D596C9A-9C32-4472-ABA7-4C77ECF8AD68}"/>
              </a:ext>
            </a:extLst>
          </p:cNvPr>
          <p:cNvSpPr>
            <a:spLocks xmlns:a="http://schemas.openxmlformats.org/drawingml/2006/main" noGrp="1"/>
          </p:cNvSpPr>
          <p:nvPr/>
        </p:nvSpPr>
        <p:spPr>
          <a:xfrm xmlns:a="http://schemas.openxmlformats.org/drawingml/2006/main">
            <a:off x="1280160" y="2313432"/>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22" name="Text 18">
            <a:extLst xmlns:a="http://schemas.openxmlformats.org/drawingml/2006/main">
              <a:ext uri="{FF2B5EF4-FFF2-40B4-BE49-F238E27FC236}">
                <a16:creationId xmlns:a16="http://schemas.microsoft.com/office/drawing/2014/main" id="{D8D41850-0FA4-4DD7-81E7-627DE026115C}"/>
              </a:ext>
            </a:extLst>
          </p:cNvPr>
          <p:cNvSpPr>
            <a:spLocks xmlns:a="http://schemas.openxmlformats.org/drawingml/2006/main" noGrp="1"/>
          </p:cNvSpPr>
          <p:nvPr/>
        </p:nvSpPr>
        <p:spPr>
          <a:xfrm xmlns:a="http://schemas.openxmlformats.org/drawingml/2006/main">
            <a:off x="1280160" y="2542032"/>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23" name="Shape 19">
            <a:extLst xmlns:a="http://schemas.openxmlformats.org/drawingml/2006/main">
              <a:ext uri="{FF2B5EF4-FFF2-40B4-BE49-F238E27FC236}">
                <a16:creationId xmlns:a16="http://schemas.microsoft.com/office/drawing/2014/main" id="{C04E1643-9451-487A-B4A2-B00F0F19BEE5}"/>
              </a:ext>
            </a:extLst>
          </p:cNvPr>
          <p:cNvSpPr>
            <a:spLocks xmlns:a="http://schemas.openxmlformats.org/drawingml/2006/main" noGrp="1"/>
          </p:cNvSpPr>
          <p:nvPr/>
        </p:nvSpPr>
        <p:spPr>
          <a:xfrm xmlns:a="http://schemas.openxmlformats.org/drawingml/2006/main">
            <a:off x="768096" y="2871216"/>
            <a:ext cx="384048" cy="384048"/>
          </a:xfrm>
          <a:prstGeom xmlns:a="http://schemas.openxmlformats.org/drawingml/2006/main" prst="ellipse">
            <a:avLst/>
          </a:prstGeom>
          <a:solidFill xmlns:a="http://schemas.openxmlformats.org/drawingml/2006/main">
            <a:srgbClr val="2B6BF0">
              <a:alpha val="15000"/>
            </a:srgbClr>
          </a:solidFill>
        </p:spPr>
      </p:sp>
      <p:pic>
        <p:nvPicPr>
          <p:cNvPr id="91" name="Image 2"/>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864108" y="2967228"/>
            <a:ext cx="192024" cy="192024"/>
          </a:xfrm>
          <a:prstGeom xmlns:a="http://schemas.openxmlformats.org/drawingml/2006/main" prst="rect">
            <a:avLst/>
          </a:prstGeom>
        </p:spPr>
      </p:pic>
      <p:sp>
        <p:nvSpPr>
          <p:cNvPr id="25" name="Text 20">
            <a:extLst xmlns:a="http://schemas.openxmlformats.org/drawingml/2006/main">
              <a:ext uri="{FF2B5EF4-FFF2-40B4-BE49-F238E27FC236}">
                <a16:creationId xmlns:a16="http://schemas.microsoft.com/office/drawing/2014/main" id="{78AB1D2B-DC1E-44C0-89EA-1B94A8099550}"/>
              </a:ext>
            </a:extLst>
          </p:cNvPr>
          <p:cNvSpPr>
            <a:spLocks xmlns:a="http://schemas.openxmlformats.org/drawingml/2006/main" noGrp="1"/>
          </p:cNvSpPr>
          <p:nvPr/>
        </p:nvSpPr>
        <p:spPr>
          <a:xfrm xmlns:a="http://schemas.openxmlformats.org/drawingml/2006/main">
            <a:off x="1280160" y="2880360"/>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26" name="Text 21">
            <a:extLst xmlns:a="http://schemas.openxmlformats.org/drawingml/2006/main">
              <a:ext uri="{FF2B5EF4-FFF2-40B4-BE49-F238E27FC236}">
                <a16:creationId xmlns:a16="http://schemas.microsoft.com/office/drawing/2014/main" id="{4D7A1F99-F7A6-4AA1-AF1C-919E48F8660D}"/>
              </a:ext>
            </a:extLst>
          </p:cNvPr>
          <p:cNvSpPr>
            <a:spLocks xmlns:a="http://schemas.openxmlformats.org/drawingml/2006/main" noGrp="1"/>
          </p:cNvSpPr>
          <p:nvPr/>
        </p:nvSpPr>
        <p:spPr>
          <a:xfrm xmlns:a="http://schemas.openxmlformats.org/drawingml/2006/main">
            <a:off x="1280160" y="31089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27" name="Shape 22">
            <a:extLst xmlns:a="http://schemas.openxmlformats.org/drawingml/2006/main">
              <a:ext uri="{FF2B5EF4-FFF2-40B4-BE49-F238E27FC236}">
                <a16:creationId xmlns:a16="http://schemas.microsoft.com/office/drawing/2014/main" id="{324BC1FF-D37B-479A-BD18-5B3C6622FB62}"/>
              </a:ext>
            </a:extLst>
          </p:cNvPr>
          <p:cNvSpPr>
            <a:spLocks xmlns:a="http://schemas.openxmlformats.org/drawingml/2006/main" noGrp="1"/>
          </p:cNvSpPr>
          <p:nvPr/>
        </p:nvSpPr>
        <p:spPr>
          <a:xfrm xmlns:a="http://schemas.openxmlformats.org/drawingml/2006/main">
            <a:off x="768096" y="3438144"/>
            <a:ext cx="384048" cy="384048"/>
          </a:xfrm>
          <a:prstGeom xmlns:a="http://schemas.openxmlformats.org/drawingml/2006/main" prst="ellipse">
            <a:avLst/>
          </a:prstGeom>
          <a:solidFill xmlns:a="http://schemas.openxmlformats.org/drawingml/2006/main">
            <a:srgbClr val="2B6BF0">
              <a:alpha val="15000"/>
            </a:srgbClr>
          </a:solidFill>
        </p:spPr>
      </p:sp>
      <p:pic>
        <p:nvPicPr>
          <p:cNvPr id="95" name="Image 3"/>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864108" y="3534156"/>
            <a:ext cx="192024" cy="192024"/>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CAB14E7B-77FF-4E7A-B005-FAED727CB67C}"/>
              </a:ext>
            </a:extLst>
          </p:cNvPr>
          <p:cNvSpPr>
            <a:spLocks xmlns:a="http://schemas.openxmlformats.org/drawingml/2006/main" noGrp="1"/>
          </p:cNvSpPr>
          <p:nvPr/>
        </p:nvSpPr>
        <p:spPr>
          <a:xfrm xmlns:a="http://schemas.openxmlformats.org/drawingml/2006/main">
            <a:off x="1280160" y="3447288"/>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30" name="Text 24">
            <a:extLst xmlns:a="http://schemas.openxmlformats.org/drawingml/2006/main">
              <a:ext uri="{FF2B5EF4-FFF2-40B4-BE49-F238E27FC236}">
                <a16:creationId xmlns:a16="http://schemas.microsoft.com/office/drawing/2014/main" id="{88781D7D-7DF3-4B3B-AD7B-609A8EBB0951}"/>
              </a:ext>
            </a:extLst>
          </p:cNvPr>
          <p:cNvSpPr>
            <a:spLocks xmlns:a="http://schemas.openxmlformats.org/drawingml/2006/main" noGrp="1"/>
          </p:cNvSpPr>
          <p:nvPr/>
        </p:nvSpPr>
        <p:spPr>
          <a:xfrm xmlns:a="http://schemas.openxmlformats.org/drawingml/2006/main">
            <a:off x="1280160" y="3675888"/>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31" name="Shape 25">
            <a:extLst xmlns:a="http://schemas.openxmlformats.org/drawingml/2006/main">
              <a:ext uri="{FF2B5EF4-FFF2-40B4-BE49-F238E27FC236}">
                <a16:creationId xmlns:a16="http://schemas.microsoft.com/office/drawing/2014/main" id="{A8D21820-2370-418F-8F79-0F1466E2405A}"/>
              </a:ext>
            </a:extLst>
          </p:cNvPr>
          <p:cNvSpPr>
            <a:spLocks xmlns:a="http://schemas.openxmlformats.org/drawingml/2006/main" noGrp="1"/>
          </p:cNvSpPr>
          <p:nvPr/>
        </p:nvSpPr>
        <p:spPr>
          <a:xfrm xmlns:a="http://schemas.openxmlformats.org/drawingml/2006/main">
            <a:off x="5897880" y="1691640"/>
            <a:ext cx="5120640" cy="2331720"/>
          </a:xfrm>
          <a:prstGeom xmlns:a="http://schemas.openxmlformats.org/drawingml/2006/main" prst="roundRect">
            <a:avLst>
              <a:gd name="adj" fmla="val 3137"/>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2" name="Text 26">
            <a:extLst xmlns:a="http://schemas.openxmlformats.org/drawingml/2006/main">
              <a:ext uri="{FF2B5EF4-FFF2-40B4-BE49-F238E27FC236}">
                <a16:creationId xmlns:a16="http://schemas.microsoft.com/office/drawing/2014/main" id="{C81FFE0A-E07B-48DE-A0D1-9B3714980281}"/>
              </a:ext>
            </a:extLst>
          </p:cNvPr>
          <p:cNvSpPr>
            <a:spLocks xmlns:a="http://schemas.openxmlformats.org/drawingml/2006/main" noGrp="1"/>
          </p:cNvSpPr>
          <p:nvPr/>
        </p:nvSpPr>
        <p:spPr>
          <a:xfrm xmlns:a="http://schemas.openxmlformats.org/drawingml/2006/main">
            <a:off x="6172200" y="189280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
            </a:r>
            <a:endParaRPr sz="1350"/>
          </a:p>
        </p:txBody>
      </p:sp>
      <p:sp>
        <p:nvSpPr>
          <p:cNvPr id="33" name="Shape 27">
            <a:extLst xmlns:a="http://schemas.openxmlformats.org/drawingml/2006/main">
              <a:ext uri="{FF2B5EF4-FFF2-40B4-BE49-F238E27FC236}">
                <a16:creationId xmlns:a16="http://schemas.microsoft.com/office/drawing/2014/main" id="{AFD36C4B-C099-4FFC-8EB6-CFE8CB7A2968}"/>
              </a:ext>
            </a:extLst>
          </p:cNvPr>
          <p:cNvSpPr>
            <a:spLocks xmlns:a="http://schemas.openxmlformats.org/drawingml/2006/main" noGrp="1"/>
          </p:cNvSpPr>
          <p:nvPr/>
        </p:nvSpPr>
        <p:spPr>
          <a:xfrm xmlns:a="http://schemas.openxmlformats.org/drawingml/2006/main">
            <a:off x="6163056" y="2304288"/>
            <a:ext cx="384048" cy="384048"/>
          </a:xfrm>
          <a:prstGeom xmlns:a="http://schemas.openxmlformats.org/drawingml/2006/main" prst="ellipse">
            <a:avLst/>
          </a:prstGeom>
          <a:solidFill xmlns:a="http://schemas.openxmlformats.org/drawingml/2006/main">
            <a:srgbClr val="FF5A1F">
              <a:alpha val="15000"/>
            </a:srgbClr>
          </a:solidFill>
        </p:spPr>
      </p:sp>
      <p:pic>
        <p:nvPicPr>
          <p:cNvPr id="101" name="Image 4"/>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6259068" y="2400300"/>
            <a:ext cx="192024" cy="192024"/>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C62A4AAA-B8A4-489B-A10C-DBAE743D26F6}"/>
              </a:ext>
            </a:extLst>
          </p:cNvPr>
          <p:cNvSpPr>
            <a:spLocks xmlns:a="http://schemas.openxmlformats.org/drawingml/2006/main" noGrp="1"/>
          </p:cNvSpPr>
          <p:nvPr/>
        </p:nvSpPr>
        <p:spPr>
          <a:xfrm xmlns:a="http://schemas.openxmlformats.org/drawingml/2006/main">
            <a:off x="6675120" y="2313432"/>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36" name="Text 29">
            <a:extLst xmlns:a="http://schemas.openxmlformats.org/drawingml/2006/main">
              <a:ext uri="{FF2B5EF4-FFF2-40B4-BE49-F238E27FC236}">
                <a16:creationId xmlns:a16="http://schemas.microsoft.com/office/drawing/2014/main" id="{16DF9B20-198B-4FD5-8B65-E062862768F8}"/>
              </a:ext>
            </a:extLst>
          </p:cNvPr>
          <p:cNvSpPr>
            <a:spLocks xmlns:a="http://schemas.openxmlformats.org/drawingml/2006/main" noGrp="1"/>
          </p:cNvSpPr>
          <p:nvPr/>
        </p:nvSpPr>
        <p:spPr>
          <a:xfrm xmlns:a="http://schemas.openxmlformats.org/drawingml/2006/main">
            <a:off x="6675120" y="2542032"/>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37" name="Shape 30">
            <a:extLst xmlns:a="http://schemas.openxmlformats.org/drawingml/2006/main">
              <a:ext uri="{FF2B5EF4-FFF2-40B4-BE49-F238E27FC236}">
                <a16:creationId xmlns:a16="http://schemas.microsoft.com/office/drawing/2014/main" id="{90359BB3-6EA8-4902-BA9C-F8439D98FF03}"/>
              </a:ext>
            </a:extLst>
          </p:cNvPr>
          <p:cNvSpPr>
            <a:spLocks xmlns:a="http://schemas.openxmlformats.org/drawingml/2006/main" noGrp="1"/>
          </p:cNvSpPr>
          <p:nvPr/>
        </p:nvSpPr>
        <p:spPr>
          <a:xfrm xmlns:a="http://schemas.openxmlformats.org/drawingml/2006/main">
            <a:off x="6163056" y="2871216"/>
            <a:ext cx="384048" cy="384048"/>
          </a:xfrm>
          <a:prstGeom xmlns:a="http://schemas.openxmlformats.org/drawingml/2006/main" prst="ellipse">
            <a:avLst/>
          </a:prstGeom>
          <a:solidFill xmlns:a="http://schemas.openxmlformats.org/drawingml/2006/main">
            <a:srgbClr val="FF5A1F">
              <a:alpha val="15000"/>
            </a:srgbClr>
          </a:solidFill>
        </p:spPr>
      </p:sp>
      <p:pic>
        <p:nvPicPr>
          <p:cNvPr id="105" name="Image 5"/>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6259068" y="2967228"/>
            <a:ext cx="192024" cy="192024"/>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707658E1-AF6F-48DB-81F0-A691ADBBBB3C}"/>
              </a:ext>
            </a:extLst>
          </p:cNvPr>
          <p:cNvSpPr>
            <a:spLocks xmlns:a="http://schemas.openxmlformats.org/drawingml/2006/main" noGrp="1"/>
          </p:cNvSpPr>
          <p:nvPr/>
        </p:nvSpPr>
        <p:spPr>
          <a:xfrm xmlns:a="http://schemas.openxmlformats.org/drawingml/2006/main">
            <a:off x="6675120" y="2880360"/>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40" name="Text 32">
            <a:extLst xmlns:a="http://schemas.openxmlformats.org/drawingml/2006/main">
              <a:ext uri="{FF2B5EF4-FFF2-40B4-BE49-F238E27FC236}">
                <a16:creationId xmlns:a16="http://schemas.microsoft.com/office/drawing/2014/main" id="{4CE279B4-1329-4467-BE58-EDE3CF40A771}"/>
              </a:ext>
            </a:extLst>
          </p:cNvPr>
          <p:cNvSpPr>
            <a:spLocks xmlns:a="http://schemas.openxmlformats.org/drawingml/2006/main" noGrp="1"/>
          </p:cNvSpPr>
          <p:nvPr/>
        </p:nvSpPr>
        <p:spPr>
          <a:xfrm xmlns:a="http://schemas.openxmlformats.org/drawingml/2006/main">
            <a:off x="6675120" y="3108960"/>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41" name="Shape 33">
            <a:extLst xmlns:a="http://schemas.openxmlformats.org/drawingml/2006/main">
              <a:ext uri="{FF2B5EF4-FFF2-40B4-BE49-F238E27FC236}">
                <a16:creationId xmlns:a16="http://schemas.microsoft.com/office/drawing/2014/main" id="{C1C512D2-77A5-4933-BBC9-65C3FB149D4E}"/>
              </a:ext>
            </a:extLst>
          </p:cNvPr>
          <p:cNvSpPr>
            <a:spLocks xmlns:a="http://schemas.openxmlformats.org/drawingml/2006/main" noGrp="1"/>
          </p:cNvSpPr>
          <p:nvPr/>
        </p:nvSpPr>
        <p:spPr>
          <a:xfrm xmlns:a="http://schemas.openxmlformats.org/drawingml/2006/main">
            <a:off x="6163056" y="3438144"/>
            <a:ext cx="384048" cy="384048"/>
          </a:xfrm>
          <a:prstGeom xmlns:a="http://schemas.openxmlformats.org/drawingml/2006/main" prst="ellipse">
            <a:avLst/>
          </a:prstGeom>
          <a:solidFill xmlns:a="http://schemas.openxmlformats.org/drawingml/2006/main">
            <a:srgbClr val="FF5A1F">
              <a:alpha val="15000"/>
            </a:srgbClr>
          </a:solidFill>
        </p:spPr>
      </p:sp>
      <p:pic>
        <p:nvPicPr>
          <p:cNvPr id="109" name="Image 6"/>
          <p:cNvPicPr>
            <a:picLocks xmlns:a="http://schemas.openxmlformats.org/drawingml/2006/main" noChangeAspect="1"/>
          </p:cNvPicPr>
          <p:nvPr/>
        </p:nvPicPr>
        <p:blipFill>
          <a:blip xmlns:r="http://schemas.openxmlformats.org/officeDocument/2006/relationships" xmlns:a="http://schemas.openxmlformats.org/drawingml/2006/main" r:embed="R8e19c39b59584c7f"/>
          <a:stretch xmlns:a="http://schemas.openxmlformats.org/drawingml/2006/main">
            <a:fillRect l="0" t="0" r="0" b="0"/>
          </a:stretch>
        </p:blipFill>
        <p:spPr>
          <a:xfrm xmlns:a="http://schemas.openxmlformats.org/drawingml/2006/main">
            <a:off x="6259068" y="3534156"/>
            <a:ext cx="192024" cy="192024"/>
          </a:xfrm>
          <a:prstGeom xmlns:a="http://schemas.openxmlformats.org/drawingml/2006/main" prst="rect">
            <a:avLst/>
          </a:prstGeom>
        </p:spPr>
      </p:pic>
      <p:sp>
        <p:nvSpPr>
          <p:cNvPr id="43" name="Text 34">
            <a:extLst xmlns:a="http://schemas.openxmlformats.org/drawingml/2006/main">
              <a:ext uri="{FF2B5EF4-FFF2-40B4-BE49-F238E27FC236}">
                <a16:creationId xmlns:a16="http://schemas.microsoft.com/office/drawing/2014/main" id="{A2E3E25A-3AF9-4944-95C9-D23271C58252}"/>
              </a:ext>
            </a:extLst>
          </p:cNvPr>
          <p:cNvSpPr>
            <a:spLocks xmlns:a="http://schemas.openxmlformats.org/drawingml/2006/main" noGrp="1"/>
          </p:cNvSpPr>
          <p:nvPr/>
        </p:nvSpPr>
        <p:spPr>
          <a:xfrm xmlns:a="http://schemas.openxmlformats.org/drawingml/2006/main">
            <a:off x="6675120" y="3447288"/>
            <a:ext cx="4114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0151E"/>
                </a:solidFill>
                <a:latin typeface="맑은 고딕"/>
                <a:ea typeface="맑은 고딕"/>
                <a:cs typeface="맑은 고딕"/>
              </a:rPr>
              <a:t/>
            </a:r>
            <a:endParaRPr sz="1150"/>
          </a:p>
        </p:txBody>
      </p:sp>
      <p:sp>
        <p:nvSpPr>
          <p:cNvPr id="44" name="Text 35">
            <a:extLst xmlns:a="http://schemas.openxmlformats.org/drawingml/2006/main">
              <a:ext uri="{FF2B5EF4-FFF2-40B4-BE49-F238E27FC236}">
                <a16:creationId xmlns:a16="http://schemas.microsoft.com/office/drawing/2014/main" id="{F576C209-045C-4FE7-9EB2-843A43104432}"/>
              </a:ext>
            </a:extLst>
          </p:cNvPr>
          <p:cNvSpPr>
            <a:spLocks xmlns:a="http://schemas.openxmlformats.org/drawingml/2006/main" noGrp="1"/>
          </p:cNvSpPr>
          <p:nvPr/>
        </p:nvSpPr>
        <p:spPr>
          <a:xfrm xmlns:a="http://schemas.openxmlformats.org/drawingml/2006/main">
            <a:off x="6675120" y="3675888"/>
            <a:ext cx="41148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
            </a:r>
            <a:endParaRPr sz="1000"/>
          </a:p>
        </p:txBody>
      </p:sp>
      <p:sp>
        <p:nvSpPr>
          <p:cNvPr id="45" name="Shape 36">
            <a:extLst xmlns:a="http://schemas.openxmlformats.org/drawingml/2006/main">
              <a:ext uri="{FF2B5EF4-FFF2-40B4-BE49-F238E27FC236}">
                <a16:creationId xmlns:a16="http://schemas.microsoft.com/office/drawing/2014/main" id="{FC572F39-4DCC-408E-9FCD-2C9DF12201F1}"/>
              </a:ext>
            </a:extLst>
          </p:cNvPr>
          <p:cNvSpPr>
            <a:spLocks xmlns:a="http://schemas.openxmlformats.org/drawingml/2006/main" noGrp="1"/>
          </p:cNvSpPr>
          <p:nvPr/>
        </p:nvSpPr>
        <p:spPr>
          <a:xfrm xmlns:a="http://schemas.openxmlformats.org/drawingml/2006/main">
            <a:off x="502920" y="4251960"/>
            <a:ext cx="10744200" cy="1417320"/>
          </a:xfrm>
          <a:prstGeom xmlns:a="http://schemas.openxmlformats.org/drawingml/2006/main" prst="roundRect">
            <a:avLst>
              <a:gd name="adj" fmla="val 5161"/>
            </a:avLst>
          </a:prstGeom>
          <a:solidFill xmlns:a="http://schemas.openxmlformats.org/drawingml/2006/main">
            <a:srgbClr val="10151E"/>
          </a:solidFill>
          <a:ln xmlns:a="http://schemas.openxmlformats.org/drawingml/2006/main" w="12700">
            <a:solidFill>
              <a:srgbClr val="DDE3EA"/>
            </a:solidFill>
            <a:prstDash val="solid"/>
          </a:ln>
        </p:spPr>
      </p:sp>
      <p:sp>
        <p:nvSpPr>
          <p:cNvPr id="46" name="Text 37">
            <a:extLst xmlns:a="http://schemas.openxmlformats.org/drawingml/2006/main">
              <a:ext uri="{FF2B5EF4-FFF2-40B4-BE49-F238E27FC236}">
                <a16:creationId xmlns:a16="http://schemas.microsoft.com/office/drawing/2014/main" id="{6F258D02-4536-4DD1-926B-7274982A5906}"/>
              </a:ext>
            </a:extLst>
          </p:cNvPr>
          <p:cNvSpPr>
            <a:spLocks xmlns:a="http://schemas.openxmlformats.org/drawingml/2006/main" noGrp="1"/>
          </p:cNvSpPr>
          <p:nvPr/>
        </p:nvSpPr>
        <p:spPr>
          <a:xfrm xmlns:a="http://schemas.openxmlformats.org/drawingml/2006/main">
            <a:off x="777240" y="44348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맑은 고딕"/>
                <a:ea typeface="맑은 고딕"/>
                <a:cs typeface="맑은 고딕"/>
              </a:rPr>
              <a:t/>
            </a:r>
            <a:endParaRPr sz="1300"/>
          </a:p>
        </p:txBody>
      </p:sp>
      <p:sp>
        <p:nvSpPr>
          <p:cNvPr id="47" name="Text 38">
            <a:extLst xmlns:a="http://schemas.openxmlformats.org/drawingml/2006/main">
              <a:ext uri="{FF2B5EF4-FFF2-40B4-BE49-F238E27FC236}">
                <a16:creationId xmlns:a16="http://schemas.microsoft.com/office/drawing/2014/main" id="{088A0117-2635-4E4B-BE1F-C8AC1E27CF7A}"/>
              </a:ext>
            </a:extLst>
          </p:cNvPr>
          <p:cNvSpPr>
            <a:spLocks xmlns:a="http://schemas.openxmlformats.org/drawingml/2006/main" noGrp="1"/>
          </p:cNvSpPr>
          <p:nvPr/>
        </p:nvSpPr>
        <p:spPr>
          <a:xfrm xmlns:a="http://schemas.openxmlformats.org/drawingml/2006/main">
            <a:off x="777240" y="4754880"/>
            <a:ext cx="10149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C6D0DE"/>
                </a:solidFill>
                <a:latin typeface="맑은 고딕"/>
                <a:ea typeface="맑은 고딕"/>
                <a:cs typeface="맑은 고딕"/>
              </a:rPr>
              <a:t/>
            </a:r>
            <a:endParaRPr sz="1100"/>
          </a:p>
        </p:txBody>
      </p:sp>
      <p:sp>
        <p:nvSpPr>
          <p:cNvPr id="48" name="Shape 39">
            <a:extLst xmlns:a="http://schemas.openxmlformats.org/drawingml/2006/main">
              <a:ext uri="{FF2B5EF4-FFF2-40B4-BE49-F238E27FC236}">
                <a16:creationId xmlns:a16="http://schemas.microsoft.com/office/drawing/2014/main" id="{25895DAD-E138-4425-8B4A-859259453C01}"/>
              </a:ext>
            </a:extLst>
          </p:cNvPr>
          <p:cNvSpPr>
            <a:spLocks xmlns:a="http://schemas.openxmlformats.org/drawingml/2006/main" noGrp="1"/>
          </p:cNvSpPr>
          <p:nvPr/>
        </p:nvSpPr>
        <p:spPr>
          <a:xfrm xmlns:a="http://schemas.openxmlformats.org/drawingml/2006/main">
            <a:off x="777240" y="5184648"/>
            <a:ext cx="1028700"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49" name="Text 40">
            <a:extLst xmlns:a="http://schemas.openxmlformats.org/drawingml/2006/main">
              <a:ext uri="{FF2B5EF4-FFF2-40B4-BE49-F238E27FC236}">
                <a16:creationId xmlns:a16="http://schemas.microsoft.com/office/drawing/2014/main" id="{0C4C5E69-F941-4A76-AA8D-8EB9C2A11942}"/>
              </a:ext>
            </a:extLst>
          </p:cNvPr>
          <p:cNvSpPr>
            <a:spLocks xmlns:a="http://schemas.openxmlformats.org/drawingml/2006/main" noGrp="1"/>
          </p:cNvSpPr>
          <p:nvPr/>
        </p:nvSpPr>
        <p:spPr>
          <a:xfrm xmlns:a="http://schemas.openxmlformats.org/drawingml/2006/main">
            <a:off x="777240" y="5184648"/>
            <a:ext cx="10287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
            </a:r>
            <a:endParaRPr sz="950"/>
          </a:p>
        </p:txBody>
      </p:sp>
      <p:sp>
        <p:nvSpPr>
          <p:cNvPr id="50" name="Shape 41">
            <a:extLst xmlns:a="http://schemas.openxmlformats.org/drawingml/2006/main">
              <a:ext uri="{FF2B5EF4-FFF2-40B4-BE49-F238E27FC236}">
                <a16:creationId xmlns:a16="http://schemas.microsoft.com/office/drawing/2014/main" id="{4E3618F2-71E5-4F4A-ABF6-194BFC18D5B8}"/>
              </a:ext>
            </a:extLst>
          </p:cNvPr>
          <p:cNvSpPr>
            <a:spLocks xmlns:a="http://schemas.openxmlformats.org/drawingml/2006/main" noGrp="1"/>
          </p:cNvSpPr>
          <p:nvPr/>
        </p:nvSpPr>
        <p:spPr>
          <a:xfrm xmlns:a="http://schemas.openxmlformats.org/drawingml/2006/main">
            <a:off x="1943100" y="5184648"/>
            <a:ext cx="923544"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1" name="Text 42">
            <a:extLst xmlns:a="http://schemas.openxmlformats.org/drawingml/2006/main">
              <a:ext uri="{FF2B5EF4-FFF2-40B4-BE49-F238E27FC236}">
                <a16:creationId xmlns:a16="http://schemas.microsoft.com/office/drawing/2014/main" id="{33960374-F81A-49F8-8B7F-F27BB4297E6A}"/>
              </a:ext>
            </a:extLst>
          </p:cNvPr>
          <p:cNvSpPr>
            <a:spLocks xmlns:a="http://schemas.openxmlformats.org/drawingml/2006/main" noGrp="1"/>
          </p:cNvSpPr>
          <p:nvPr/>
        </p:nvSpPr>
        <p:spPr>
          <a:xfrm xmlns:a="http://schemas.openxmlformats.org/drawingml/2006/main">
            <a:off x="1943100" y="5184648"/>
            <a:ext cx="92354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
            </a:r>
            <a:endParaRPr sz="950"/>
          </a:p>
        </p:txBody>
      </p:sp>
      <p:sp>
        <p:nvSpPr>
          <p:cNvPr id="52" name="Shape 43">
            <a:extLst xmlns:a="http://schemas.openxmlformats.org/drawingml/2006/main">
              <a:ext uri="{FF2B5EF4-FFF2-40B4-BE49-F238E27FC236}">
                <a16:creationId xmlns:a16="http://schemas.microsoft.com/office/drawing/2014/main" id="{E66C5222-48E3-4BF6-A6BC-7FEAA1EB581C}"/>
              </a:ext>
            </a:extLst>
          </p:cNvPr>
          <p:cNvSpPr>
            <a:spLocks xmlns:a="http://schemas.openxmlformats.org/drawingml/2006/main" noGrp="1"/>
          </p:cNvSpPr>
          <p:nvPr/>
        </p:nvSpPr>
        <p:spPr>
          <a:xfrm xmlns:a="http://schemas.openxmlformats.org/drawingml/2006/main">
            <a:off x="3003804" y="5184648"/>
            <a:ext cx="2290572"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3" name="Text 44">
            <a:extLst xmlns:a="http://schemas.openxmlformats.org/drawingml/2006/main">
              <a:ext uri="{FF2B5EF4-FFF2-40B4-BE49-F238E27FC236}">
                <a16:creationId xmlns:a16="http://schemas.microsoft.com/office/drawing/2014/main" id="{F52BD903-B588-45B6-9EB0-A63039170C9D}"/>
              </a:ext>
            </a:extLst>
          </p:cNvPr>
          <p:cNvSpPr>
            <a:spLocks xmlns:a="http://schemas.openxmlformats.org/drawingml/2006/main" noGrp="1"/>
          </p:cNvSpPr>
          <p:nvPr/>
        </p:nvSpPr>
        <p:spPr>
          <a:xfrm xmlns:a="http://schemas.openxmlformats.org/drawingml/2006/main">
            <a:off x="3003804" y="5184648"/>
            <a:ext cx="22905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
            </a:r>
            <a:endParaRPr sz="950"/>
          </a:p>
        </p:txBody>
      </p:sp>
      <p:sp>
        <p:nvSpPr>
          <p:cNvPr id="54" name="Shape 45">
            <a:extLst xmlns:a="http://schemas.openxmlformats.org/drawingml/2006/main">
              <a:ext uri="{FF2B5EF4-FFF2-40B4-BE49-F238E27FC236}">
                <a16:creationId xmlns:a16="http://schemas.microsoft.com/office/drawing/2014/main" id="{AA24C690-F146-4963-B81C-12BBF29922E4}"/>
              </a:ext>
            </a:extLst>
          </p:cNvPr>
          <p:cNvSpPr>
            <a:spLocks xmlns:a="http://schemas.openxmlformats.org/drawingml/2006/main" noGrp="1"/>
          </p:cNvSpPr>
          <p:nvPr/>
        </p:nvSpPr>
        <p:spPr>
          <a:xfrm xmlns:a="http://schemas.openxmlformats.org/drawingml/2006/main">
            <a:off x="5431536" y="5184648"/>
            <a:ext cx="923544"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5" name="Text 46">
            <a:extLst xmlns:a="http://schemas.openxmlformats.org/drawingml/2006/main">
              <a:ext uri="{FF2B5EF4-FFF2-40B4-BE49-F238E27FC236}">
                <a16:creationId xmlns:a16="http://schemas.microsoft.com/office/drawing/2014/main" id="{06199581-6F46-4CC4-BE9C-42C404597A40}"/>
              </a:ext>
            </a:extLst>
          </p:cNvPr>
          <p:cNvSpPr>
            <a:spLocks xmlns:a="http://schemas.openxmlformats.org/drawingml/2006/main" noGrp="1"/>
          </p:cNvSpPr>
          <p:nvPr/>
        </p:nvSpPr>
        <p:spPr>
          <a:xfrm xmlns:a="http://schemas.openxmlformats.org/drawingml/2006/main">
            <a:off x="5431536" y="5184648"/>
            <a:ext cx="92354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
            </a:r>
            <a:endParaRPr sz="950"/>
          </a:p>
        </p:txBody>
      </p:sp>
      <p:sp>
        <p:nvSpPr>
          <p:cNvPr id="56" name="Shape 47">
            <a:extLst xmlns:a="http://schemas.openxmlformats.org/drawingml/2006/main">
              <a:ext uri="{FF2B5EF4-FFF2-40B4-BE49-F238E27FC236}">
                <a16:creationId xmlns:a16="http://schemas.microsoft.com/office/drawing/2014/main" id="{2A27E025-D85E-4006-9B30-965441FBE94A}"/>
              </a:ext>
            </a:extLst>
          </p:cNvPr>
          <p:cNvSpPr>
            <a:spLocks xmlns:a="http://schemas.openxmlformats.org/drawingml/2006/main" noGrp="1"/>
          </p:cNvSpPr>
          <p:nvPr/>
        </p:nvSpPr>
        <p:spPr>
          <a:xfrm xmlns:a="http://schemas.openxmlformats.org/drawingml/2006/main">
            <a:off x="6492240" y="5184648"/>
            <a:ext cx="1133856" cy="310896"/>
          </a:xfrm>
          <a:prstGeom xmlns:a="http://schemas.openxmlformats.org/drawingml/2006/main" prst="roundRect">
            <a:avLst>
              <a:gd name="adj" fmla="val 147059"/>
            </a:avLst>
          </a:prstGeom>
          <a:solidFill xmlns:a="http://schemas.openxmlformats.org/drawingml/2006/main">
            <a:srgbClr val="1A2230"/>
          </a:solidFill>
          <a:ln xmlns:a="http://schemas.openxmlformats.org/drawingml/2006/main" w="12700">
            <a:solidFill>
              <a:srgbClr val="2C3646"/>
            </a:solidFill>
            <a:prstDash val="solid"/>
          </a:ln>
        </p:spPr>
      </p:sp>
      <p:sp>
        <p:nvSpPr>
          <p:cNvPr id="57" name="Text 48">
            <a:extLst xmlns:a="http://schemas.openxmlformats.org/drawingml/2006/main">
              <a:ext uri="{FF2B5EF4-FFF2-40B4-BE49-F238E27FC236}">
                <a16:creationId xmlns:a16="http://schemas.microsoft.com/office/drawing/2014/main" id="{54972243-D55B-45EA-B7FF-75171E138537}"/>
              </a:ext>
            </a:extLst>
          </p:cNvPr>
          <p:cNvSpPr>
            <a:spLocks xmlns:a="http://schemas.openxmlformats.org/drawingml/2006/main" noGrp="1"/>
          </p:cNvSpPr>
          <p:nvPr/>
        </p:nvSpPr>
        <p:spPr>
          <a:xfrm xmlns:a="http://schemas.openxmlformats.org/drawingml/2006/main">
            <a:off x="6492240" y="5184648"/>
            <a:ext cx="113385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00B4D8"/>
                </a:solidFill>
                <a:latin typeface="맑은 고딕"/>
                <a:ea typeface="맑은 고딕"/>
                <a:cs typeface="맑은 고딕"/>
              </a:rPr>
              <a:t/>
            </a:r>
            <a:endParaRPr sz="950"/>
          </a:p>
        </p:txBody>
      </p:sp>
      <p:pic>
        <p:nvPicPr>
          <p:cNvPr id="125" name=""/>
          <p:cNvPicPr>
            <a:picLocks xmlns:a="http://schemas.openxmlformats.org/drawingml/2006/main" noChangeAspect="1"/>
          </p:cNvPicPr>
          <p:nvPr/>
        </p:nvPicPr>
        <p:blipFill>
          <a:blip xmlns:r="http://schemas.openxmlformats.org/officeDocument/2006/relationships" xmlns:a="http://schemas.openxmlformats.org/drawingml/2006/main" r:embed="R9567bd8affcd4dca"/>
          <a:srcRect xmlns:a="http://schemas.openxmlformats.org/drawingml/2006/main" l="0" t="15410" r="0" b="15410"/>
          <a:stretch xmlns:a="http://schemas.openxmlformats.org/drawingml/2006/main">
            <a:fillRect l="0" t="0" r="0" b="0"/>
          </a:stretch>
        </p:blipFill>
        <p:spPr>
          <a:xfrm xmlns:a="http://schemas.openxmlformats.org/drawingml/2006/main">
            <a:off x="552450" y="1695450"/>
            <a:ext cx="5381625" cy="2095500"/>
          </a:xfrm>
          <a:prstGeom xmlns:a="http://schemas.openxmlformats.org/drawingml/2006/main" prst="roundRect">
            <a:avLst>
              <a:gd name="adj" fmla="val 4545"/>
            </a:avLst>
          </a:prstGeom>
        </p:spPr>
      </p:pic>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b2fe73e0ad7648f1"/>
          <a:srcRect xmlns:a="http://schemas.openxmlformats.org/drawingml/2006/main" l="0" t="15410" r="0" b="15410"/>
          <a:stretch xmlns:a="http://schemas.openxmlformats.org/drawingml/2006/main">
            <a:fillRect l="0" t="0" r="0" b="0"/>
          </a:stretch>
        </p:blipFill>
        <p:spPr>
          <a:xfrm xmlns:a="http://schemas.openxmlformats.org/drawingml/2006/main">
            <a:off x="6257925" y="1695450"/>
            <a:ext cx="5381625" cy="2095500"/>
          </a:xfrm>
          <a:prstGeom xmlns:a="http://schemas.openxmlformats.org/drawingml/2006/main" prst="roundRect">
            <a:avLst>
              <a:gd name="adj" fmla="val 4545"/>
            </a:avLst>
          </a:prstGeom>
        </p:spPr>
      </p:pic>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906b2d1699ec431b"/>
          <a:srcRect xmlns:a="http://schemas.openxmlformats.org/drawingml/2006/main" l="0" t="15410" r="0" b="15410"/>
          <a:stretch xmlns:a="http://schemas.openxmlformats.org/drawingml/2006/main">
            <a:fillRect l="0" t="0" r="0" b="0"/>
          </a:stretch>
        </p:blipFill>
        <p:spPr>
          <a:xfrm xmlns:a="http://schemas.openxmlformats.org/drawingml/2006/main">
            <a:off x="552450" y="3905250"/>
            <a:ext cx="5381625" cy="2095500"/>
          </a:xfrm>
          <a:prstGeom xmlns:a="http://schemas.openxmlformats.org/drawingml/2006/main" prst="roundRect">
            <a:avLst>
              <a:gd name="adj" fmla="val 4545"/>
            </a:avLst>
          </a:prstGeom>
        </p:spPr>
      </p:pic>
      <p:pic>
        <p:nvPicPr>
          <p:cNvPr id="128" name=""/>
          <p:cNvPicPr>
            <a:picLocks xmlns:a="http://schemas.openxmlformats.org/drawingml/2006/main" noChangeAspect="1"/>
          </p:cNvPicPr>
          <p:nvPr/>
        </p:nvPicPr>
        <p:blipFill>
          <a:blip xmlns:r="http://schemas.openxmlformats.org/officeDocument/2006/relationships" xmlns:a="http://schemas.openxmlformats.org/drawingml/2006/main" r:embed="R27f6ec0a4ccd4a35"/>
          <a:srcRect xmlns:a="http://schemas.openxmlformats.org/drawingml/2006/main" l="0" t="15410" r="0" b="15410"/>
          <a:stretch xmlns:a="http://schemas.openxmlformats.org/drawingml/2006/main">
            <a:fillRect l="0" t="0" r="0" b="0"/>
          </a:stretch>
        </p:blipFill>
        <p:spPr>
          <a:xfrm xmlns:a="http://schemas.openxmlformats.org/drawingml/2006/main">
            <a:off x="6257925" y="3905250"/>
            <a:ext cx="5381625" cy="2095500"/>
          </a:xfrm>
          <a:prstGeom xmlns:a="http://schemas.openxmlformats.org/drawingml/2006/main" prst="roundRect">
            <a:avLst>
              <a:gd name="adj" fmla="val 4545"/>
            </a:avLst>
          </a:prstGeom>
        </p:spPr>
      </p:pic>
    </p:spTree>
    <p:extLst>
      <p:ext uri="{BB962C8B-B14F-4D97-AF65-F5344CB8AC3E}">
        <p14:creationId xmlns:p14="http://schemas.microsoft.com/office/powerpoint/2010/main" val="6411854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B6204EB-423D-430A-8992-810903ADD77F}"/>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2ECD9593-54F4-48DC-95AE-E9B007162F12}"/>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21D84012-A223-46BD-A32C-623D82A3E252}"/>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72546EA2-3F57-4BEC-8168-7856CA504B90}"/>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93CF21D2-455B-4CF1-8640-8181EE9FBC95}"/>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FB7A6640-97BD-4318-B0BA-DE2E852A0C3C}"/>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2D92A42D-9ED3-4CCD-B1F0-1DD92CB1D68C}"/>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FAEACE51-B0FB-48DE-BB33-7D98D935E349}"/>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62" name="Image 0"/>
          <p:cNvPicPr>
            <a:picLocks xmlns:a="http://schemas.openxmlformats.org/drawingml/2006/main" noChangeAspect="1"/>
          </p:cNvPicPr>
          <p:nvPr/>
        </p:nvPicPr>
        <p:blipFill>
          <a:blip xmlns:r="http://schemas.openxmlformats.org/officeDocument/2006/relationships" xmlns:a="http://schemas.openxmlformats.org/drawingml/2006/main" r:embed="Rdbff6f14c0354964"/>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020B5B35-9F62-48AE-B1F3-C2974D658CE4}"/>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C709911E-F9F0-47E8-8011-E792E4143C5F}"/>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239E1C96-DBDA-4A69-89A5-FBD037999438}"/>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01   프로젝트 개요 · 활용 방안 및 기대 효과</a:t>
            </a:r>
            <a:endParaRPr sz="1200"/>
          </a:p>
        </p:txBody>
      </p:sp>
      <p:sp>
        <p:nvSpPr>
          <p:cNvPr id="14" name="Text 11">
            <a:extLst xmlns:a="http://schemas.openxmlformats.org/drawingml/2006/main">
              <a:ext uri="{FF2B5EF4-FFF2-40B4-BE49-F238E27FC236}">
                <a16:creationId xmlns:a16="http://schemas.microsoft.com/office/drawing/2014/main" id="{4D986B1A-B1F1-43F2-866B-4F8343291C73}"/>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소규모 AS센터의 운영 흐름에 적용 가능한 기반</a:t>
            </a:r>
            <a:endParaRPr sz="2500"/>
          </a:p>
        </p:txBody>
      </p:sp>
      <p:sp>
        <p:nvSpPr>
          <p:cNvPr id="15" name="Text 12">
            <a:extLst xmlns:a="http://schemas.openxmlformats.org/drawingml/2006/main">
              <a:ext uri="{FF2B5EF4-FFF2-40B4-BE49-F238E27FC236}">
                <a16:creationId xmlns:a16="http://schemas.microsoft.com/office/drawing/2014/main" id="{37F679F8-CBCA-47DD-B5CD-CE57DEBC5B73}"/>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5B66985C-5B8D-47B3-834A-6F9C6839D7D0}"/>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10</a:t>
            </a:r>
            <a:endParaRPr sz="900"/>
          </a:p>
        </p:txBody>
      </p:sp>
      <p:sp>
        <p:nvSpPr>
          <p:cNvPr id="17" name="Shape 14">
            <a:extLst xmlns:a="http://schemas.openxmlformats.org/drawingml/2006/main">
              <a:ext uri="{FF2B5EF4-FFF2-40B4-BE49-F238E27FC236}">
                <a16:creationId xmlns:a16="http://schemas.microsoft.com/office/drawing/2014/main" id="{3327A683-30BF-4B33-A2F6-78CB7BCFB771}"/>
              </a:ext>
            </a:extLst>
          </p:cNvPr>
          <p:cNvSpPr>
            <a:spLocks xmlns:a="http://schemas.openxmlformats.org/drawingml/2006/main" noGrp="1"/>
          </p:cNvSpPr>
          <p:nvPr/>
        </p:nvSpPr>
        <p:spPr>
          <a:xfrm xmlns:a="http://schemas.openxmlformats.org/drawingml/2006/main">
            <a:off x="502920" y="1691640"/>
            <a:ext cx="5120640" cy="4206240"/>
          </a:xfrm>
          <a:prstGeom xmlns:a="http://schemas.openxmlformats.org/drawingml/2006/main" prst="roundRect">
            <a:avLst>
              <a:gd name="adj" fmla="val 1739"/>
            </a:avLst>
          </a:prstGeom>
          <a:solidFill xmlns:a="http://schemas.openxmlformats.org/drawingml/2006/main">
            <a:srgbClr val="10151E"/>
          </a:solidFill>
          <a:ln xmlns:a="http://schemas.openxmlformats.org/drawingml/2006/main" w="12700">
            <a:solidFill>
              <a:srgbClr val="DDE3EA"/>
            </a:solidFill>
            <a:prstDash val="solid"/>
          </a:ln>
        </p:spPr>
      </p:sp>
      <p:sp>
        <p:nvSpPr>
          <p:cNvPr id="18" name="Shape 15">
            <a:extLst xmlns:a="http://schemas.openxmlformats.org/drawingml/2006/main">
              <a:ext uri="{FF2B5EF4-FFF2-40B4-BE49-F238E27FC236}">
                <a16:creationId xmlns:a16="http://schemas.microsoft.com/office/drawing/2014/main" id="{5AF35F0B-979E-4B4C-A293-014B0B7ADA54}"/>
              </a:ext>
            </a:extLst>
          </p:cNvPr>
          <p:cNvSpPr>
            <a:spLocks xmlns:a="http://schemas.openxmlformats.org/drawingml/2006/main" noGrp="1"/>
          </p:cNvSpPr>
          <p:nvPr/>
        </p:nvSpPr>
        <p:spPr>
          <a:xfrm xmlns:a="http://schemas.openxmlformats.org/drawingml/2006/main">
            <a:off x="731520" y="1874520"/>
            <a:ext cx="548640" cy="548640"/>
          </a:xfrm>
          <a:prstGeom xmlns:a="http://schemas.openxmlformats.org/drawingml/2006/main" prst="ellipse">
            <a:avLst/>
          </a:prstGeom>
          <a:solidFill xmlns:a="http://schemas.openxmlformats.org/drawingml/2006/main">
            <a:srgbClr val="2B6BF0">
              <a:alpha val="15000"/>
            </a:srgbClr>
          </a:solidFill>
        </p:spPr>
      </p:sp>
      <p:pic>
        <p:nvPicPr>
          <p:cNvPr id="71" name="Image 1"/>
          <p:cNvPicPr>
            <a:picLocks xmlns:a="http://schemas.openxmlformats.org/drawingml/2006/main" noChangeAspect="1"/>
          </p:cNvPicPr>
          <p:nvPr/>
        </p:nvPicPr>
        <p:blipFill>
          <a:blip xmlns:r="http://schemas.openxmlformats.org/officeDocument/2006/relationships" xmlns:a="http://schemas.openxmlformats.org/drawingml/2006/main" r:embed="Reb1cb02273464c92"/>
          <a:stretch xmlns:a="http://schemas.openxmlformats.org/drawingml/2006/main">
            <a:fillRect l="0" t="0" r="0" b="0"/>
          </a:stretch>
        </p:blipFill>
        <p:spPr>
          <a:xfrm xmlns:a="http://schemas.openxmlformats.org/drawingml/2006/main">
            <a:off x="868680" y="2011680"/>
            <a:ext cx="274320" cy="27432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957988BD-6647-47F8-ACCE-4E83824DF824}"/>
              </a:ext>
            </a:extLst>
          </p:cNvPr>
          <p:cNvSpPr>
            <a:spLocks xmlns:a="http://schemas.openxmlformats.org/drawingml/2006/main" noGrp="1"/>
          </p:cNvSpPr>
          <p:nvPr/>
        </p:nvSpPr>
        <p:spPr>
          <a:xfrm xmlns:a="http://schemas.openxmlformats.org/drawingml/2006/main">
            <a:off x="137160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맑은 고딕"/>
                <a:ea typeface="맑은 고딕"/>
                <a:cs typeface="맑은 고딕"/>
              </a:rPr>
              <a:t>활용 방안</a:t>
            </a:r>
            <a:endParaRPr sz="1500"/>
          </a:p>
        </p:txBody>
      </p:sp>
      <p:sp>
        <p:nvSpPr>
          <p:cNvPr id="21" name="Text 17">
            <a:extLst xmlns:a="http://schemas.openxmlformats.org/drawingml/2006/main">
              <a:ext uri="{FF2B5EF4-FFF2-40B4-BE49-F238E27FC236}">
                <a16:creationId xmlns:a16="http://schemas.microsoft.com/office/drawing/2014/main" id="{23EA9339-8B7B-486A-8D0B-9A632DA197BF}"/>
              </a:ext>
            </a:extLst>
          </p:cNvPr>
          <p:cNvSpPr>
            <a:spLocks xmlns:a="http://schemas.openxmlformats.org/drawingml/2006/main" noGrp="1"/>
          </p:cNvSpPr>
          <p:nvPr/>
        </p:nvSpPr>
        <p:spPr>
          <a:xfrm xmlns:a="http://schemas.openxmlformats.org/drawingml/2006/main">
            <a:off x="868680" y="2743200"/>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현장 운영</a:t>
            </a:r>
            <a:endParaRPr sz="1250"/>
          </a:p>
        </p:txBody>
      </p:sp>
      <p:sp>
        <p:nvSpPr>
          <p:cNvPr id="22" name="Text 18">
            <a:extLst xmlns:a="http://schemas.openxmlformats.org/drawingml/2006/main">
              <a:ext uri="{FF2B5EF4-FFF2-40B4-BE49-F238E27FC236}">
                <a16:creationId xmlns:a16="http://schemas.microsoft.com/office/drawing/2014/main" id="{9CD19EA1-4EE4-4CA5-9335-143F90F41117}"/>
              </a:ext>
            </a:extLst>
          </p:cNvPr>
          <p:cNvSpPr>
            <a:spLocks xmlns:a="http://schemas.openxmlformats.org/drawingml/2006/main" noGrp="1"/>
          </p:cNvSpPr>
          <p:nvPr/>
        </p:nvSpPr>
        <p:spPr>
          <a:xfrm xmlns:a="http://schemas.openxmlformats.org/drawingml/2006/main">
            <a:off x="868680" y="3017520"/>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접수·배정·결과·고객 평가를 한 화면 흐름으로 관리</a:t>
            </a:r>
            <a:endParaRPr sz="1100"/>
          </a:p>
        </p:txBody>
      </p:sp>
      <p:sp>
        <p:nvSpPr>
          <p:cNvPr id="23" name="Text 19">
            <a:extLst xmlns:a="http://schemas.openxmlformats.org/drawingml/2006/main">
              <a:ext uri="{FF2B5EF4-FFF2-40B4-BE49-F238E27FC236}">
                <a16:creationId xmlns:a16="http://schemas.microsoft.com/office/drawing/2014/main" id="{7B335C13-130E-4E67-838E-43F6720277A6}"/>
              </a:ext>
            </a:extLst>
          </p:cNvPr>
          <p:cNvSpPr>
            <a:spLocks xmlns:a="http://schemas.openxmlformats.org/drawingml/2006/main" noGrp="1"/>
          </p:cNvSpPr>
          <p:nvPr/>
        </p:nvSpPr>
        <p:spPr>
          <a:xfrm xmlns:a="http://schemas.openxmlformats.org/drawingml/2006/main">
            <a:off x="868680" y="3675888"/>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교육·포트폴리오</a:t>
            </a:r>
            <a:endParaRPr sz="1250"/>
          </a:p>
        </p:txBody>
      </p:sp>
      <p:sp>
        <p:nvSpPr>
          <p:cNvPr id="24" name="Text 20">
            <a:extLst xmlns:a="http://schemas.openxmlformats.org/drawingml/2006/main">
              <a:ext uri="{FF2B5EF4-FFF2-40B4-BE49-F238E27FC236}">
                <a16:creationId xmlns:a16="http://schemas.microsoft.com/office/drawing/2014/main" id="{490D2FE8-2BB6-477B-BACD-ED0C328B4A89}"/>
              </a:ext>
            </a:extLst>
          </p:cNvPr>
          <p:cNvSpPr>
            <a:spLocks xmlns:a="http://schemas.openxmlformats.org/drawingml/2006/main" noGrp="1"/>
          </p:cNvSpPr>
          <p:nvPr/>
        </p:nvSpPr>
        <p:spPr>
          <a:xfrm xmlns:a="http://schemas.openxmlformats.org/drawingml/2006/main">
            <a:off x="868680" y="3950208"/>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MVC, DB 조인, 파일 업로드, 외부 API 연동 경험 제시</a:t>
            </a:r>
            <a:endParaRPr sz="1100"/>
          </a:p>
        </p:txBody>
      </p:sp>
      <p:sp>
        <p:nvSpPr>
          <p:cNvPr id="25" name="Text 21">
            <a:extLst xmlns:a="http://schemas.openxmlformats.org/drawingml/2006/main">
              <a:ext uri="{FF2B5EF4-FFF2-40B4-BE49-F238E27FC236}">
                <a16:creationId xmlns:a16="http://schemas.microsoft.com/office/drawing/2014/main" id="{3C8E0699-1447-40C2-96B3-41E009E88B62}"/>
              </a:ext>
            </a:extLst>
          </p:cNvPr>
          <p:cNvSpPr>
            <a:spLocks xmlns:a="http://schemas.openxmlformats.org/drawingml/2006/main" noGrp="1"/>
          </p:cNvSpPr>
          <p:nvPr/>
        </p:nvSpPr>
        <p:spPr>
          <a:xfrm xmlns:a="http://schemas.openxmlformats.org/drawingml/2006/main">
            <a:off x="868680" y="4608576"/>
            <a:ext cx="4389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0B4D8"/>
                </a:solidFill>
                <a:latin typeface="맑은 고딕"/>
                <a:ea typeface="맑은 고딕"/>
                <a:cs typeface="맑은 고딕"/>
              </a:rPr>
              <a:t>확장 방향</a:t>
            </a:r>
            <a:endParaRPr sz="1250"/>
          </a:p>
        </p:txBody>
      </p:sp>
      <p:sp>
        <p:nvSpPr>
          <p:cNvPr id="26" name="Text 22">
            <a:extLst xmlns:a="http://schemas.openxmlformats.org/drawingml/2006/main">
              <a:ext uri="{FF2B5EF4-FFF2-40B4-BE49-F238E27FC236}">
                <a16:creationId xmlns:a16="http://schemas.microsoft.com/office/drawing/2014/main" id="{F3CC98BC-3654-4842-B238-F21F34CC3A25}"/>
              </a:ext>
            </a:extLst>
          </p:cNvPr>
          <p:cNvSpPr>
            <a:spLocks xmlns:a="http://schemas.openxmlformats.org/drawingml/2006/main" noGrp="1"/>
          </p:cNvSpPr>
          <p:nvPr/>
        </p:nvSpPr>
        <p:spPr>
          <a:xfrm xmlns:a="http://schemas.openxmlformats.org/drawingml/2006/main">
            <a:off x="868680" y="4882896"/>
            <a:ext cx="4389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5000"/>
              </a:lnSpc>
              <a:buNone/>
            </a:pPr>
            <a:r>
              <a:rPr sz="1100">
                <a:solidFill>
                  <a:srgbClr val="C6D0DE"/>
                </a:solidFill>
                <a:latin typeface="맑은 고딕"/>
                <a:ea typeface="맑은 고딕"/>
                <a:cs typeface="맑은 고딕"/>
              </a:rPr>
              <a:t>알림 고도화, 배정 충돌 검증, 배포·보안 강화</a:t>
            </a:r>
            <a:endParaRPr sz="1100"/>
          </a:p>
        </p:txBody>
      </p:sp>
      <p:sp>
        <p:nvSpPr>
          <p:cNvPr id="27" name="Shape 23">
            <a:extLst xmlns:a="http://schemas.openxmlformats.org/drawingml/2006/main">
              <a:ext uri="{FF2B5EF4-FFF2-40B4-BE49-F238E27FC236}">
                <a16:creationId xmlns:a16="http://schemas.microsoft.com/office/drawing/2014/main" id="{906AC305-9114-44E0-93AB-999672646EF8}"/>
              </a:ext>
            </a:extLst>
          </p:cNvPr>
          <p:cNvSpPr>
            <a:spLocks xmlns:a="http://schemas.openxmlformats.org/drawingml/2006/main" noGrp="1"/>
          </p:cNvSpPr>
          <p:nvPr/>
        </p:nvSpPr>
        <p:spPr>
          <a:xfrm xmlns:a="http://schemas.openxmlformats.org/drawingml/2006/main">
            <a:off x="5897880" y="1691640"/>
            <a:ext cx="5120640" cy="4206240"/>
          </a:xfrm>
          <a:prstGeom xmlns:a="http://schemas.openxmlformats.org/drawingml/2006/main" prst="roundRect">
            <a:avLst>
              <a:gd name="adj" fmla="val 1739"/>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8" name="Shape 24">
            <a:extLst xmlns:a="http://schemas.openxmlformats.org/drawingml/2006/main">
              <a:ext uri="{FF2B5EF4-FFF2-40B4-BE49-F238E27FC236}">
                <a16:creationId xmlns:a16="http://schemas.microsoft.com/office/drawing/2014/main" id="{816D6119-5E2B-4C96-96E6-50AB95F49D57}"/>
              </a:ext>
            </a:extLst>
          </p:cNvPr>
          <p:cNvSpPr>
            <a:spLocks xmlns:a="http://schemas.openxmlformats.org/drawingml/2006/main" noGrp="1"/>
          </p:cNvSpPr>
          <p:nvPr/>
        </p:nvSpPr>
        <p:spPr>
          <a:xfrm xmlns:a="http://schemas.openxmlformats.org/drawingml/2006/main">
            <a:off x="6126480" y="1874520"/>
            <a:ext cx="548640" cy="548640"/>
          </a:xfrm>
          <a:prstGeom xmlns:a="http://schemas.openxmlformats.org/drawingml/2006/main" prst="ellipse">
            <a:avLst/>
          </a:prstGeom>
          <a:solidFill xmlns:a="http://schemas.openxmlformats.org/drawingml/2006/main">
            <a:srgbClr val="3CC98A">
              <a:alpha val="15000"/>
            </a:srgbClr>
          </a:solidFill>
        </p:spPr>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2e9a3eda93c4487d"/>
          <a:stretch xmlns:a="http://schemas.openxmlformats.org/drawingml/2006/main">
            <a:fillRect l="0" t="0" r="0" b="0"/>
          </a:stretch>
        </p:blipFill>
        <p:spPr>
          <a:xfrm xmlns:a="http://schemas.openxmlformats.org/drawingml/2006/main">
            <a:off x="6263640" y="2011680"/>
            <a:ext cx="274320" cy="274320"/>
          </a:xfrm>
          <a:prstGeom xmlns:a="http://schemas.openxmlformats.org/drawingml/2006/main" prst="rect">
            <a:avLst/>
          </a:prstGeom>
        </p:spPr>
      </p:pic>
      <p:sp>
        <p:nvSpPr>
          <p:cNvPr id="30" name="Text 25">
            <a:extLst xmlns:a="http://schemas.openxmlformats.org/drawingml/2006/main">
              <a:ext uri="{FF2B5EF4-FFF2-40B4-BE49-F238E27FC236}">
                <a16:creationId xmlns:a16="http://schemas.microsoft.com/office/drawing/2014/main" id="{B3245498-D1E6-49C4-AA7D-88F3AFC260D2}"/>
              </a:ext>
            </a:extLst>
          </p:cNvPr>
          <p:cNvSpPr>
            <a:spLocks xmlns:a="http://schemas.openxmlformats.org/drawingml/2006/main" noGrp="1"/>
          </p:cNvSpPr>
          <p:nvPr/>
        </p:nvSpPr>
        <p:spPr>
          <a:xfrm xmlns:a="http://schemas.openxmlformats.org/drawingml/2006/main">
            <a:off x="6766560" y="1947672"/>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10151E"/>
                </a:solidFill>
                <a:latin typeface="맑은 고딕"/>
                <a:ea typeface="맑은 고딕"/>
                <a:cs typeface="맑은 고딕"/>
              </a:rPr>
              <a:t>기대 효과</a:t>
            </a:r>
            <a:endParaRPr sz="1500"/>
          </a:p>
        </p:txBody>
      </p:sp>
      <p:sp>
        <p:nvSpPr>
          <p:cNvPr id="31" name="Shape 26">
            <a:extLst xmlns:a="http://schemas.openxmlformats.org/drawingml/2006/main">
              <a:ext uri="{FF2B5EF4-FFF2-40B4-BE49-F238E27FC236}">
                <a16:creationId xmlns:a16="http://schemas.microsoft.com/office/drawing/2014/main" id="{13B4874A-4519-426E-A2D8-ACB70B61C174}"/>
              </a:ext>
            </a:extLst>
          </p:cNvPr>
          <p:cNvSpPr>
            <a:spLocks xmlns:a="http://schemas.openxmlformats.org/drawingml/2006/main" noGrp="1"/>
          </p:cNvSpPr>
          <p:nvPr/>
        </p:nvSpPr>
        <p:spPr>
          <a:xfrm xmlns:a="http://schemas.openxmlformats.org/drawingml/2006/main">
            <a:off x="6199632" y="2697480"/>
            <a:ext cx="402336" cy="402336"/>
          </a:xfrm>
          <a:prstGeom xmlns:a="http://schemas.openxmlformats.org/drawingml/2006/main" prst="ellipse">
            <a:avLst/>
          </a:prstGeom>
          <a:solidFill xmlns:a="http://schemas.openxmlformats.org/drawingml/2006/main">
            <a:srgbClr val="3CC98A">
              <a:alpha val="15000"/>
            </a:srgbClr>
          </a:solidFill>
        </p:spPr>
      </p:sp>
      <p:pic>
        <p:nvPicPr>
          <p:cNvPr id="84" name="Image 3"/>
          <p:cNvPicPr>
            <a:picLocks xmlns:a="http://schemas.openxmlformats.org/drawingml/2006/main" noChangeAspect="1"/>
          </p:cNvPicPr>
          <p:nvPr/>
        </p:nvPicPr>
        <p:blipFill>
          <a:blip xmlns:r="http://schemas.openxmlformats.org/officeDocument/2006/relationships" xmlns:a="http://schemas.openxmlformats.org/drawingml/2006/main" r:embed="Rbff1a072e67b4efb"/>
          <a:stretch xmlns:a="http://schemas.openxmlformats.org/drawingml/2006/main">
            <a:fillRect l="0" t="0" r="0" b="0"/>
          </a:stretch>
        </p:blipFill>
        <p:spPr>
          <a:xfrm xmlns:a="http://schemas.openxmlformats.org/drawingml/2006/main">
            <a:off x="6300216" y="2798064"/>
            <a:ext cx="201168" cy="201168"/>
          </a:xfrm>
          <a:prstGeom xmlns:a="http://schemas.openxmlformats.org/drawingml/2006/main" prst="rect">
            <a:avLst/>
          </a:prstGeom>
        </p:spPr>
      </p:pic>
      <p:sp>
        <p:nvSpPr>
          <p:cNvPr id="33" name="Text 27">
            <a:extLst xmlns:a="http://schemas.openxmlformats.org/drawingml/2006/main">
              <a:ext uri="{FF2B5EF4-FFF2-40B4-BE49-F238E27FC236}">
                <a16:creationId xmlns:a16="http://schemas.microsoft.com/office/drawing/2014/main" id="{5FEF4E01-2218-47C3-87A1-38054AB3E672}"/>
              </a:ext>
            </a:extLst>
          </p:cNvPr>
          <p:cNvSpPr>
            <a:spLocks xmlns:a="http://schemas.openxmlformats.org/drawingml/2006/main" noGrp="1"/>
          </p:cNvSpPr>
          <p:nvPr/>
        </p:nvSpPr>
        <p:spPr>
          <a:xfrm xmlns:a="http://schemas.openxmlformats.org/drawingml/2006/main">
            <a:off x="6720840" y="2697480"/>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일정 가시성 향상</a:t>
            </a:r>
            <a:endParaRPr sz="1200"/>
          </a:p>
        </p:txBody>
      </p:sp>
      <p:sp>
        <p:nvSpPr>
          <p:cNvPr id="34" name="Text 28">
            <a:extLst xmlns:a="http://schemas.openxmlformats.org/drawingml/2006/main">
              <a:ext uri="{FF2B5EF4-FFF2-40B4-BE49-F238E27FC236}">
                <a16:creationId xmlns:a16="http://schemas.microsoft.com/office/drawing/2014/main" id="{768D90B8-907C-4BF6-AA51-7ACB021BB5C4}"/>
              </a:ext>
            </a:extLst>
          </p:cNvPr>
          <p:cNvSpPr>
            <a:spLocks xmlns:a="http://schemas.openxmlformats.org/drawingml/2006/main" noGrp="1"/>
          </p:cNvSpPr>
          <p:nvPr/>
        </p:nvSpPr>
        <p:spPr>
          <a:xfrm xmlns:a="http://schemas.openxmlformats.org/drawingml/2006/main">
            <a:off x="6720840" y="2926080"/>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관리자와 기사가 같은 배정 정보를 확인</a:t>
            </a:r>
            <a:endParaRPr sz="1000"/>
          </a:p>
        </p:txBody>
      </p:sp>
      <p:sp>
        <p:nvSpPr>
          <p:cNvPr id="35" name="Shape 29">
            <a:extLst xmlns:a="http://schemas.openxmlformats.org/drawingml/2006/main">
              <a:ext uri="{FF2B5EF4-FFF2-40B4-BE49-F238E27FC236}">
                <a16:creationId xmlns:a16="http://schemas.microsoft.com/office/drawing/2014/main" id="{3EFF882A-E34E-40FE-81EA-89E2394301A3}"/>
              </a:ext>
            </a:extLst>
          </p:cNvPr>
          <p:cNvSpPr>
            <a:spLocks xmlns:a="http://schemas.openxmlformats.org/drawingml/2006/main" noGrp="1"/>
          </p:cNvSpPr>
          <p:nvPr/>
        </p:nvSpPr>
        <p:spPr>
          <a:xfrm xmlns:a="http://schemas.openxmlformats.org/drawingml/2006/main">
            <a:off x="6199632" y="3447288"/>
            <a:ext cx="402336" cy="402336"/>
          </a:xfrm>
          <a:prstGeom xmlns:a="http://schemas.openxmlformats.org/drawingml/2006/main" prst="ellipse">
            <a:avLst/>
          </a:prstGeom>
          <a:solidFill xmlns:a="http://schemas.openxmlformats.org/drawingml/2006/main">
            <a:srgbClr val="3CC98A">
              <a:alpha val="15000"/>
            </a:srgbClr>
          </a:solidFill>
        </p:spPr>
      </p:sp>
      <p:pic>
        <p:nvPicPr>
          <p:cNvPr id="88" name="Image 4"/>
          <p:cNvPicPr>
            <a:picLocks xmlns:a="http://schemas.openxmlformats.org/drawingml/2006/main" noChangeAspect="1"/>
          </p:cNvPicPr>
          <p:nvPr/>
        </p:nvPicPr>
        <p:blipFill>
          <a:blip xmlns:r="http://schemas.openxmlformats.org/officeDocument/2006/relationships" xmlns:a="http://schemas.openxmlformats.org/drawingml/2006/main" r:embed="Rbff1a072e67b4efb"/>
          <a:stretch xmlns:a="http://schemas.openxmlformats.org/drawingml/2006/main">
            <a:fillRect l="0" t="0" r="0" b="0"/>
          </a:stretch>
        </p:blipFill>
        <p:spPr>
          <a:xfrm xmlns:a="http://schemas.openxmlformats.org/drawingml/2006/main">
            <a:off x="6300216" y="3547872"/>
            <a:ext cx="201168" cy="201168"/>
          </a:xfrm>
          <a:prstGeom xmlns:a="http://schemas.openxmlformats.org/drawingml/2006/main" prst="rect">
            <a:avLst/>
          </a:prstGeom>
        </p:spPr>
      </p:pic>
      <p:sp>
        <p:nvSpPr>
          <p:cNvPr id="37" name="Text 30">
            <a:extLst xmlns:a="http://schemas.openxmlformats.org/drawingml/2006/main">
              <a:ext uri="{FF2B5EF4-FFF2-40B4-BE49-F238E27FC236}">
                <a16:creationId xmlns:a16="http://schemas.microsoft.com/office/drawing/2014/main" id="{BDE78FA3-8087-4770-B4F9-33B1B862AA40}"/>
              </a:ext>
            </a:extLst>
          </p:cNvPr>
          <p:cNvSpPr>
            <a:spLocks xmlns:a="http://schemas.openxmlformats.org/drawingml/2006/main" noGrp="1"/>
          </p:cNvSpPr>
          <p:nvPr/>
        </p:nvSpPr>
        <p:spPr>
          <a:xfrm xmlns:a="http://schemas.openxmlformats.org/drawingml/2006/main">
            <a:off x="6720840" y="344728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처리 이력 축적</a:t>
            </a:r>
            <a:endParaRPr sz="1200"/>
          </a:p>
        </p:txBody>
      </p:sp>
      <p:sp>
        <p:nvSpPr>
          <p:cNvPr id="38" name="Text 31">
            <a:extLst xmlns:a="http://schemas.openxmlformats.org/drawingml/2006/main">
              <a:ext uri="{FF2B5EF4-FFF2-40B4-BE49-F238E27FC236}">
                <a16:creationId xmlns:a16="http://schemas.microsoft.com/office/drawing/2014/main" id="{63933FF3-8200-4AEE-812F-9A1C26F84A65}"/>
              </a:ext>
            </a:extLst>
          </p:cNvPr>
          <p:cNvSpPr>
            <a:spLocks xmlns:a="http://schemas.openxmlformats.org/drawingml/2006/main" noGrp="1"/>
          </p:cNvSpPr>
          <p:nvPr/>
        </p:nvSpPr>
        <p:spPr>
          <a:xfrm xmlns:a="http://schemas.openxmlformats.org/drawingml/2006/main">
            <a:off x="6720840" y="3675888"/>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신청부터 결과·평가까지 데이터가 연결됨</a:t>
            </a:r>
            <a:endParaRPr sz="1000"/>
          </a:p>
        </p:txBody>
      </p:sp>
      <p:sp>
        <p:nvSpPr>
          <p:cNvPr id="39" name="Shape 32">
            <a:extLst xmlns:a="http://schemas.openxmlformats.org/drawingml/2006/main">
              <a:ext uri="{FF2B5EF4-FFF2-40B4-BE49-F238E27FC236}">
                <a16:creationId xmlns:a16="http://schemas.microsoft.com/office/drawing/2014/main" id="{C9E3A232-298F-486A-9DBD-B6D7CFD6C82B}"/>
              </a:ext>
            </a:extLst>
          </p:cNvPr>
          <p:cNvSpPr>
            <a:spLocks xmlns:a="http://schemas.openxmlformats.org/drawingml/2006/main" noGrp="1"/>
          </p:cNvSpPr>
          <p:nvPr/>
        </p:nvSpPr>
        <p:spPr>
          <a:xfrm xmlns:a="http://schemas.openxmlformats.org/drawingml/2006/main">
            <a:off x="6199632" y="4197096"/>
            <a:ext cx="402336" cy="402336"/>
          </a:xfrm>
          <a:prstGeom xmlns:a="http://schemas.openxmlformats.org/drawingml/2006/main" prst="ellipse">
            <a:avLst/>
          </a:prstGeom>
          <a:solidFill xmlns:a="http://schemas.openxmlformats.org/drawingml/2006/main">
            <a:srgbClr val="3CC98A">
              <a:alpha val="15000"/>
            </a:srgbClr>
          </a:solidFill>
        </p:spPr>
      </p:sp>
      <p:pic>
        <p:nvPicPr>
          <p:cNvPr id="92" name="Image 5"/>
          <p:cNvPicPr>
            <a:picLocks xmlns:a="http://schemas.openxmlformats.org/drawingml/2006/main" noChangeAspect="1"/>
          </p:cNvPicPr>
          <p:nvPr/>
        </p:nvPicPr>
        <p:blipFill>
          <a:blip xmlns:r="http://schemas.openxmlformats.org/officeDocument/2006/relationships" xmlns:a="http://schemas.openxmlformats.org/drawingml/2006/main" r:embed="Rbff1a072e67b4efb"/>
          <a:stretch xmlns:a="http://schemas.openxmlformats.org/drawingml/2006/main">
            <a:fillRect l="0" t="0" r="0" b="0"/>
          </a:stretch>
        </p:blipFill>
        <p:spPr>
          <a:xfrm xmlns:a="http://schemas.openxmlformats.org/drawingml/2006/main">
            <a:off x="6300216" y="4297680"/>
            <a:ext cx="201168" cy="201168"/>
          </a:xfrm>
          <a:prstGeom xmlns:a="http://schemas.openxmlformats.org/drawingml/2006/main" prst="rect">
            <a:avLst/>
          </a:prstGeom>
        </p:spPr>
      </p:pic>
      <p:sp>
        <p:nvSpPr>
          <p:cNvPr id="41" name="Text 33">
            <a:extLst xmlns:a="http://schemas.openxmlformats.org/drawingml/2006/main">
              <a:ext uri="{FF2B5EF4-FFF2-40B4-BE49-F238E27FC236}">
                <a16:creationId xmlns:a16="http://schemas.microsoft.com/office/drawing/2014/main" id="{1D6BFC33-8F11-4458-BF0D-8B9DA3F5B28B}"/>
              </a:ext>
            </a:extLst>
          </p:cNvPr>
          <p:cNvSpPr>
            <a:spLocks xmlns:a="http://schemas.openxmlformats.org/drawingml/2006/main" noGrp="1"/>
          </p:cNvSpPr>
          <p:nvPr/>
        </p:nvSpPr>
        <p:spPr>
          <a:xfrm xmlns:a="http://schemas.openxmlformats.org/drawingml/2006/main">
            <a:off x="6720840" y="4197096"/>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피드백 수집 자동화</a:t>
            </a:r>
            <a:endParaRPr sz="1200"/>
          </a:p>
        </p:txBody>
      </p:sp>
      <p:sp>
        <p:nvSpPr>
          <p:cNvPr id="42" name="Text 34">
            <a:extLst xmlns:a="http://schemas.openxmlformats.org/drawingml/2006/main">
              <a:ext uri="{FF2B5EF4-FFF2-40B4-BE49-F238E27FC236}">
                <a16:creationId xmlns:a16="http://schemas.microsoft.com/office/drawing/2014/main" id="{BC169DB6-DFCF-4355-B3F5-B0B6DC57E7E6}"/>
              </a:ext>
            </a:extLst>
          </p:cNvPr>
          <p:cNvSpPr>
            <a:spLocks xmlns:a="http://schemas.openxmlformats.org/drawingml/2006/main" noGrp="1"/>
          </p:cNvSpPr>
          <p:nvPr/>
        </p:nvSpPr>
        <p:spPr>
          <a:xfrm xmlns:a="http://schemas.openxmlformats.org/drawingml/2006/main">
            <a:off x="6720840" y="44256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결과 등록 후 고객에게 설문 링크 발송</a:t>
            </a:r>
            <a:endParaRPr sz="1000"/>
          </a:p>
        </p:txBody>
      </p:sp>
      <p:sp>
        <p:nvSpPr>
          <p:cNvPr id="43" name="Shape 35">
            <a:extLst xmlns:a="http://schemas.openxmlformats.org/drawingml/2006/main">
              <a:ext uri="{FF2B5EF4-FFF2-40B4-BE49-F238E27FC236}">
                <a16:creationId xmlns:a16="http://schemas.microsoft.com/office/drawing/2014/main" id="{B40F2D2D-07A2-4B71-B116-ED3986774025}"/>
              </a:ext>
            </a:extLst>
          </p:cNvPr>
          <p:cNvSpPr>
            <a:spLocks xmlns:a="http://schemas.openxmlformats.org/drawingml/2006/main" noGrp="1"/>
          </p:cNvSpPr>
          <p:nvPr/>
        </p:nvSpPr>
        <p:spPr>
          <a:xfrm xmlns:a="http://schemas.openxmlformats.org/drawingml/2006/main">
            <a:off x="6199632" y="4946904"/>
            <a:ext cx="402336" cy="402336"/>
          </a:xfrm>
          <a:prstGeom xmlns:a="http://schemas.openxmlformats.org/drawingml/2006/main" prst="ellipse">
            <a:avLst/>
          </a:prstGeom>
          <a:solidFill xmlns:a="http://schemas.openxmlformats.org/drawingml/2006/main">
            <a:srgbClr val="3CC98A">
              <a:alpha val="15000"/>
            </a:srgbClr>
          </a:solidFill>
        </p:spPr>
      </p:sp>
      <p:pic>
        <p:nvPicPr>
          <p:cNvPr id="96" name="Image 6"/>
          <p:cNvPicPr>
            <a:picLocks xmlns:a="http://schemas.openxmlformats.org/drawingml/2006/main" noChangeAspect="1"/>
          </p:cNvPicPr>
          <p:nvPr/>
        </p:nvPicPr>
        <p:blipFill>
          <a:blip xmlns:r="http://schemas.openxmlformats.org/officeDocument/2006/relationships" xmlns:a="http://schemas.openxmlformats.org/drawingml/2006/main" r:embed="Rbff1a072e67b4efb"/>
          <a:stretch xmlns:a="http://schemas.openxmlformats.org/drawingml/2006/main">
            <a:fillRect l="0" t="0" r="0" b="0"/>
          </a:stretch>
        </p:blipFill>
        <p:spPr>
          <a:xfrm xmlns:a="http://schemas.openxmlformats.org/drawingml/2006/main">
            <a:off x="6300216" y="5047488"/>
            <a:ext cx="201168" cy="201168"/>
          </a:xfrm>
          <a:prstGeom xmlns:a="http://schemas.openxmlformats.org/drawingml/2006/main" prst="rect">
            <a:avLst/>
          </a:prstGeom>
        </p:spPr>
      </p:pic>
      <p:sp>
        <p:nvSpPr>
          <p:cNvPr id="45" name="Text 36">
            <a:extLst xmlns:a="http://schemas.openxmlformats.org/drawingml/2006/main">
              <a:ext uri="{FF2B5EF4-FFF2-40B4-BE49-F238E27FC236}">
                <a16:creationId xmlns:a16="http://schemas.microsoft.com/office/drawing/2014/main" id="{1483AFD8-AB5F-4F97-A92A-8830F53E3E37}"/>
              </a:ext>
            </a:extLst>
          </p:cNvPr>
          <p:cNvSpPr>
            <a:spLocks xmlns:a="http://schemas.openxmlformats.org/drawingml/2006/main" noGrp="1"/>
          </p:cNvSpPr>
          <p:nvPr/>
        </p:nvSpPr>
        <p:spPr>
          <a:xfrm xmlns:a="http://schemas.openxmlformats.org/drawingml/2006/main">
            <a:off x="6720840" y="4946904"/>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0151E"/>
                </a:solidFill>
                <a:latin typeface="맑은 고딕"/>
                <a:ea typeface="맑은 고딕"/>
                <a:cs typeface="맑은 고딕"/>
              </a:rPr>
              <a:t>운영 지표 확보</a:t>
            </a:r>
            <a:endParaRPr sz="1200"/>
          </a:p>
        </p:txBody>
      </p:sp>
      <p:sp>
        <p:nvSpPr>
          <p:cNvPr id="46" name="Text 37">
            <a:extLst xmlns:a="http://schemas.openxmlformats.org/drawingml/2006/main">
              <a:ext uri="{FF2B5EF4-FFF2-40B4-BE49-F238E27FC236}">
                <a16:creationId xmlns:a16="http://schemas.microsoft.com/office/drawing/2014/main" id="{3D3AFE02-4489-40F3-ADDF-B8960D4B090E}"/>
              </a:ext>
            </a:extLst>
          </p:cNvPr>
          <p:cNvSpPr>
            <a:spLocks xmlns:a="http://schemas.openxmlformats.org/drawingml/2006/main" noGrp="1"/>
          </p:cNvSpPr>
          <p:nvPr/>
        </p:nvSpPr>
        <p:spPr>
          <a:xfrm xmlns:a="http://schemas.openxmlformats.org/drawingml/2006/main">
            <a:off x="6720840" y="5175504"/>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D6A7C"/>
                </a:solidFill>
                <a:latin typeface="맑은 고딕"/>
                <a:ea typeface="맑은 고딕"/>
                <a:cs typeface="맑은 고딕"/>
              </a:rPr>
              <a:t>기사별 월 평균과 전년 동월 비교 제공</a:t>
            </a:r>
            <a:endParaRPr sz="1000"/>
          </a:p>
        </p:txBody>
      </p:sp>
    </p:spTree>
    <p:extLst>
      <p:ext uri="{BB962C8B-B14F-4D97-AF65-F5344CB8AC3E}">
        <p14:creationId xmlns:p14="http://schemas.microsoft.com/office/powerpoint/2010/main" val="16754421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AE9B60A-2215-4C46-8D35-12F4634D7C30}"/>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CA7F6386-006F-4A54-82BC-DFB5C8836EA2}"/>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27C580A2-648D-4FFD-81D8-52EC6B7A0EB7}"/>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2722C209-1C29-47C6-A0A7-3303962B4B56}"/>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2540B3B7-D17F-460B-AC92-988D6D53E330}"/>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4781D422-C21C-4946-AA7B-1B506FDB7932}"/>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DE9F7749-50CA-45FD-9CBE-ACDFAC11C94B}"/>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F9B9B0B0-6681-4265-AE70-DABB0CDD3E85}"/>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1650a447c5d04691"/>
          <a:stretch xmlns:a="http://schemas.openxmlformats.org/drawingml/2006/main">
            <a:fillRect l="0" t="0" r="0" b="0"/>
          </a:stretch>
        </p:blipFill>
        <p:spPr>
          <a:xfrm xmlns:a="http://schemas.openxmlformats.org/drawingml/2006/main">
            <a:off x="502920" y="365760"/>
            <a:ext cx="201168" cy="20116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B87B6582-EAFF-451E-9964-685938CCC399}"/>
              </a:ext>
            </a:extLst>
          </p:cNvPr>
          <p:cNvSpPr>
            <a:spLocks xmlns:a="http://schemas.openxmlformats.org/drawingml/2006/main" noGrp="1"/>
          </p:cNvSpPr>
          <p:nvPr/>
        </p:nvSpPr>
        <p:spPr>
          <a:xfrm xmlns:a="http://schemas.openxmlformats.org/drawingml/2006/main">
            <a:off x="749808" y="347472"/>
            <a:ext cx="14630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a:solidFill>
                  <a:srgbClr val="10151E"/>
                </a:solidFill>
                <a:latin typeface="Arial"/>
                <a:ea typeface="Arial"/>
                <a:cs typeface="Arial"/>
              </a:rPr>
              <a:t>Schedule</a:t>
            </a:r>
            <a:endParaRPr sz="1200"/>
          </a:p>
        </p:txBody>
      </p:sp>
      <p:sp>
        <p:nvSpPr>
          <p:cNvPr id="12" name="Shape 9">
            <a:extLst xmlns:a="http://schemas.openxmlformats.org/drawingml/2006/main">
              <a:ext uri="{FF2B5EF4-FFF2-40B4-BE49-F238E27FC236}">
                <a16:creationId xmlns:a16="http://schemas.microsoft.com/office/drawing/2014/main" id="{8667A2FB-0060-425C-B2AB-F9888EF441EA}"/>
              </a:ext>
            </a:extLst>
          </p:cNvPr>
          <p:cNvSpPr>
            <a:spLocks xmlns:a="http://schemas.openxmlformats.org/drawingml/2006/main" noGrp="1"/>
          </p:cNvSpPr>
          <p:nvPr/>
        </p:nvSpPr>
        <p:spPr>
          <a:xfrm xmlns:a="http://schemas.openxmlformats.org/drawingml/2006/main">
            <a:off x="502920" y="768096"/>
            <a:ext cx="91440" cy="91440"/>
          </a:xfrm>
          <a:prstGeom xmlns:a="http://schemas.openxmlformats.org/drawingml/2006/main" prst="rect">
            <a:avLst/>
          </a:prstGeom>
          <a:solidFill xmlns:a="http://schemas.openxmlformats.org/drawingml/2006/main">
            <a:srgbClr val="FF5A1F"/>
          </a:solidFill>
        </p:spPr>
      </p:sp>
      <p:sp>
        <p:nvSpPr>
          <p:cNvPr id="13" name="Text 10">
            <a:extLst xmlns:a="http://schemas.openxmlformats.org/drawingml/2006/main">
              <a:ext uri="{FF2B5EF4-FFF2-40B4-BE49-F238E27FC236}">
                <a16:creationId xmlns:a16="http://schemas.microsoft.com/office/drawing/2014/main" id="{49AEE03B-40EE-4386-A21B-8E4315846B51}"/>
              </a:ext>
            </a:extLst>
          </p:cNvPr>
          <p:cNvSpPr>
            <a:spLocks xmlns:a="http://schemas.openxmlformats.org/drawingml/2006/main" noGrp="1"/>
          </p:cNvSpPr>
          <p:nvPr/>
        </p:nvSpPr>
        <p:spPr>
          <a:xfrm xmlns:a="http://schemas.openxmlformats.org/drawingml/2006/main">
            <a:off x="685800" y="713232"/>
            <a:ext cx="73152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b="1" spc="100">
                <a:solidFill>
                  <a:srgbClr val="FF5A1F"/>
                </a:solidFill>
                <a:latin typeface="맑은 고딕"/>
                <a:ea typeface="맑은 고딕"/>
                <a:cs typeface="맑은 고딕"/>
              </a:rPr>
              <a:t>05   자체 평가 의견</a:t>
            </a:r>
            <a:endParaRPr sz="1200"/>
          </a:p>
        </p:txBody>
      </p:sp>
      <p:sp>
        <p:nvSpPr>
          <p:cNvPr id="14" name="Text 11">
            <a:extLst xmlns:a="http://schemas.openxmlformats.org/drawingml/2006/main">
              <a:ext uri="{FF2B5EF4-FFF2-40B4-BE49-F238E27FC236}">
                <a16:creationId xmlns:a16="http://schemas.microsoft.com/office/drawing/2014/main" id="{BD0B8930-CC01-49C7-87E7-F9893110498B}"/>
              </a:ext>
            </a:extLst>
          </p:cNvPr>
          <p:cNvSpPr>
            <a:spLocks xmlns:a="http://schemas.openxmlformats.org/drawingml/2006/main" noGrp="1"/>
          </p:cNvSpPr>
          <p:nvPr/>
        </p:nvSpPr>
        <p:spPr>
          <a:xfrm xmlns:a="http://schemas.openxmlformats.org/drawingml/2006/main">
            <a:off x="502920" y="987552"/>
            <a:ext cx="106070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buNone/>
            </a:pPr>
            <a:r>
              <a:rPr sz="2500" b="1">
                <a:solidFill>
                  <a:srgbClr val="10151E"/>
                </a:solidFill>
                <a:latin typeface="맑은 고딕"/>
                <a:ea typeface="맑은 고딕"/>
                <a:cs typeface="맑은 고딕"/>
              </a:rPr>
              <a:t>초안 기준 완성도 8/10, 핵심 흐름은 동작하고 운영·보안은 보완 필요</a:t>
            </a:r>
            <a:endParaRPr sz="2500"/>
          </a:p>
        </p:txBody>
      </p:sp>
      <p:sp>
        <p:nvSpPr>
          <p:cNvPr id="15" name="Text 12">
            <a:extLst xmlns:a="http://schemas.openxmlformats.org/drawingml/2006/main">
              <a:ext uri="{FF2B5EF4-FFF2-40B4-BE49-F238E27FC236}">
                <a16:creationId xmlns:a16="http://schemas.microsoft.com/office/drawing/2014/main" id="{C778CD57-696C-4D3C-9F7F-97EB4CD80E7D}"/>
              </a:ext>
            </a:extLst>
          </p:cNvPr>
          <p:cNvSpPr>
            <a:spLocks xmlns:a="http://schemas.openxmlformats.org/drawingml/2006/main" noGrp="1"/>
          </p:cNvSpPr>
          <p:nvPr/>
        </p:nvSpPr>
        <p:spPr>
          <a:xfrm xmlns:a="http://schemas.openxmlformats.org/drawingml/2006/main">
            <a:off x="502920" y="647395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8E9AAA"/>
                </a:solidFill>
                <a:latin typeface="맑은 고딕"/>
                <a:ea typeface="맑은 고딕"/>
                <a:cs typeface="맑은 고딕"/>
              </a:rPr>
              <a:t>Schedule · 2026 팀 프로젝트</a:t>
            </a:r>
            <a:endParaRPr sz="900"/>
          </a:p>
        </p:txBody>
      </p:sp>
      <p:sp>
        <p:nvSpPr>
          <p:cNvPr id="16" name="Text 13">
            <a:extLst xmlns:a="http://schemas.openxmlformats.org/drawingml/2006/main">
              <a:ext uri="{FF2B5EF4-FFF2-40B4-BE49-F238E27FC236}">
                <a16:creationId xmlns:a16="http://schemas.microsoft.com/office/drawing/2014/main" id="{BE057818-09B6-4276-B71F-C1EF1D17641D}"/>
              </a:ext>
            </a:extLst>
          </p:cNvPr>
          <p:cNvSpPr>
            <a:spLocks xmlns:a="http://schemas.openxmlformats.org/drawingml/2006/main" noGrp="1"/>
          </p:cNvSpPr>
          <p:nvPr/>
        </p:nvSpPr>
        <p:spPr>
          <a:xfrm xmlns:a="http://schemas.openxmlformats.org/drawingml/2006/main">
            <a:off x="11185855" y="6473952"/>
            <a:ext cx="5486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8E9AAA"/>
                </a:solidFill>
                <a:latin typeface="맑은 고딕"/>
                <a:ea typeface="맑은 고딕"/>
                <a:cs typeface="맑은 고딕"/>
              </a:rPr>
              <a:t>11</a:t>
            </a:r>
            <a:endParaRPr sz="900"/>
          </a:p>
        </p:txBody>
      </p:sp>
      <p:sp>
        <p:nvSpPr>
          <p:cNvPr id="17" name="Shape 14">
            <a:extLst xmlns:a="http://schemas.openxmlformats.org/drawingml/2006/main">
              <a:ext uri="{FF2B5EF4-FFF2-40B4-BE49-F238E27FC236}">
                <a16:creationId xmlns:a16="http://schemas.microsoft.com/office/drawing/2014/main" id="{AEB1D295-7250-48C9-9C9E-F93C31950705}"/>
              </a:ext>
            </a:extLst>
          </p:cNvPr>
          <p:cNvSpPr>
            <a:spLocks xmlns:a="http://schemas.openxmlformats.org/drawingml/2006/main" noGrp="1"/>
          </p:cNvSpPr>
          <p:nvPr/>
        </p:nvSpPr>
        <p:spPr>
          <a:xfrm xmlns:a="http://schemas.openxmlformats.org/drawingml/2006/main">
            <a:off x="502920" y="164592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18" name="Shape 15">
            <a:extLst xmlns:a="http://schemas.openxmlformats.org/drawingml/2006/main">
              <a:ext uri="{FF2B5EF4-FFF2-40B4-BE49-F238E27FC236}">
                <a16:creationId xmlns:a16="http://schemas.microsoft.com/office/drawing/2014/main" id="{816CA609-A8CA-4EAA-84C0-029ABEBCA327}"/>
              </a:ext>
            </a:extLst>
          </p:cNvPr>
          <p:cNvSpPr>
            <a:spLocks xmlns:a="http://schemas.openxmlformats.org/drawingml/2006/main" noGrp="1"/>
          </p:cNvSpPr>
          <p:nvPr/>
        </p:nvSpPr>
        <p:spPr>
          <a:xfrm xmlns:a="http://schemas.openxmlformats.org/drawingml/2006/main">
            <a:off x="731520" y="1801368"/>
            <a:ext cx="457200" cy="457200"/>
          </a:xfrm>
          <a:prstGeom xmlns:a="http://schemas.openxmlformats.org/drawingml/2006/main" prst="ellipse">
            <a:avLst/>
          </a:prstGeom>
          <a:solidFill xmlns:a="http://schemas.openxmlformats.org/drawingml/2006/main">
            <a:srgbClr val="3CC98A">
              <a:alpha val="15000"/>
            </a:srgbClr>
          </a:solidFill>
        </p:spPr>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6a822b48bb504244"/>
          <a:stretch xmlns:a="http://schemas.openxmlformats.org/drawingml/2006/main">
            <a:fillRect l="0" t="0" r="0" b="0"/>
          </a:stretch>
        </p:blipFill>
        <p:spPr>
          <a:xfrm xmlns:a="http://schemas.openxmlformats.org/drawingml/2006/main">
            <a:off x="845820" y="1915668"/>
            <a:ext cx="228600" cy="228600"/>
          </a:xfrm>
          <a:prstGeom xmlns:a="http://schemas.openxmlformats.org/drawingml/2006/main" prst="rect">
            <a:avLst/>
          </a:prstGeom>
        </p:spPr>
      </p:pic>
      <p:sp>
        <p:nvSpPr>
          <p:cNvPr id="20" name="Text 16">
            <a:extLst xmlns:a="http://schemas.openxmlformats.org/drawingml/2006/main">
              <a:ext uri="{FF2B5EF4-FFF2-40B4-BE49-F238E27FC236}">
                <a16:creationId xmlns:a16="http://schemas.microsoft.com/office/drawing/2014/main" id="{8364260B-8348-46EC-8D15-F7DFC895732C}"/>
              </a:ext>
            </a:extLst>
          </p:cNvPr>
          <p:cNvSpPr>
            <a:spLocks xmlns:a="http://schemas.openxmlformats.org/drawingml/2006/main" noGrp="1"/>
          </p:cNvSpPr>
          <p:nvPr/>
        </p:nvSpPr>
        <p:spPr>
          <a:xfrm xmlns:a="http://schemas.openxmlformats.org/drawingml/2006/main">
            <a:off x="1280160" y="182880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잘된 점</a:t>
            </a:r>
            <a:endParaRPr sz="1350"/>
          </a:p>
        </p:txBody>
      </p:sp>
      <p:sp>
        <p:nvSpPr>
          <p:cNvPr id="21" name="Shape 17">
            <a:extLst xmlns:a="http://schemas.openxmlformats.org/drawingml/2006/main">
              <a:ext uri="{FF2B5EF4-FFF2-40B4-BE49-F238E27FC236}">
                <a16:creationId xmlns:a16="http://schemas.microsoft.com/office/drawing/2014/main" id="{74CA444B-D2E8-44E2-BE4E-1E2F7F8FE806}"/>
              </a:ext>
            </a:extLst>
          </p:cNvPr>
          <p:cNvSpPr>
            <a:spLocks xmlns:a="http://schemas.openxmlformats.org/drawingml/2006/main" noGrp="1"/>
          </p:cNvSpPr>
          <p:nvPr/>
        </p:nvSpPr>
        <p:spPr>
          <a:xfrm xmlns:a="http://schemas.openxmlformats.org/drawingml/2006/main">
            <a:off x="777240" y="2427732"/>
            <a:ext cx="54864" cy="54864"/>
          </a:xfrm>
          <a:prstGeom xmlns:a="http://schemas.openxmlformats.org/drawingml/2006/main" prst="ellipse">
            <a:avLst/>
          </a:prstGeom>
          <a:solidFill xmlns:a="http://schemas.openxmlformats.org/drawingml/2006/main">
            <a:srgbClr val="3CC98A"/>
          </a:solidFill>
        </p:spPr>
      </p:sp>
      <p:sp>
        <p:nvSpPr>
          <p:cNvPr id="22" name="Text 18">
            <a:extLst xmlns:a="http://schemas.openxmlformats.org/drawingml/2006/main">
              <a:ext uri="{FF2B5EF4-FFF2-40B4-BE49-F238E27FC236}">
                <a16:creationId xmlns:a16="http://schemas.microsoft.com/office/drawing/2014/main" id="{7883EACF-0E20-4D04-8384-2432A36081D1}"/>
              </a:ext>
            </a:extLst>
          </p:cNvPr>
          <p:cNvSpPr>
            <a:spLocks xmlns:a="http://schemas.openxmlformats.org/drawingml/2006/main" noGrp="1"/>
          </p:cNvSpPr>
          <p:nvPr/>
        </p:nvSpPr>
        <p:spPr>
          <a:xfrm xmlns:a="http://schemas.openxmlformats.org/drawingml/2006/main">
            <a:off x="960120" y="230428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고객→관리자→기사→고객의 데이터 순환을 실제 화면으로 연결</a:t>
            </a:r>
            <a:endParaRPr sz="1000"/>
          </a:p>
        </p:txBody>
      </p:sp>
      <p:sp>
        <p:nvSpPr>
          <p:cNvPr id="23" name="Shape 19">
            <a:extLst xmlns:a="http://schemas.openxmlformats.org/drawingml/2006/main">
              <a:ext uri="{FF2B5EF4-FFF2-40B4-BE49-F238E27FC236}">
                <a16:creationId xmlns:a16="http://schemas.microsoft.com/office/drawing/2014/main" id="{8911C46B-65CE-4F95-9455-C87E645A0A4D}"/>
              </a:ext>
            </a:extLst>
          </p:cNvPr>
          <p:cNvSpPr>
            <a:spLocks xmlns:a="http://schemas.openxmlformats.org/drawingml/2006/main" noGrp="1"/>
          </p:cNvSpPr>
          <p:nvPr/>
        </p:nvSpPr>
        <p:spPr>
          <a:xfrm xmlns:a="http://schemas.openxmlformats.org/drawingml/2006/main">
            <a:off x="777240" y="2866644"/>
            <a:ext cx="54864" cy="54864"/>
          </a:xfrm>
          <a:prstGeom xmlns:a="http://schemas.openxmlformats.org/drawingml/2006/main" prst="ellipse">
            <a:avLst/>
          </a:prstGeom>
          <a:solidFill xmlns:a="http://schemas.openxmlformats.org/drawingml/2006/main">
            <a:srgbClr val="3CC98A"/>
          </a:solidFill>
        </p:spPr>
      </p:sp>
      <p:sp>
        <p:nvSpPr>
          <p:cNvPr id="24" name="Text 20">
            <a:extLst xmlns:a="http://schemas.openxmlformats.org/drawingml/2006/main">
              <a:ext uri="{FF2B5EF4-FFF2-40B4-BE49-F238E27FC236}">
                <a16:creationId xmlns:a16="http://schemas.microsoft.com/office/drawing/2014/main" id="{03CA5A38-43A0-4762-AC8C-9B0D17F1E527}"/>
              </a:ext>
            </a:extLst>
          </p:cNvPr>
          <p:cNvSpPr>
            <a:spLocks xmlns:a="http://schemas.openxmlformats.org/drawingml/2006/main" noGrp="1"/>
          </p:cNvSpPr>
          <p:nvPr/>
        </p:nvSpPr>
        <p:spPr>
          <a:xfrm xmlns:a="http://schemas.openxmlformats.org/drawingml/2006/main">
            <a:off x="960120" y="274320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역할별 접근 제어와 본인 일정 확인으로 기본 데이터 보호 적용</a:t>
            </a:r>
            <a:endParaRPr sz="1000"/>
          </a:p>
        </p:txBody>
      </p:sp>
      <p:sp>
        <p:nvSpPr>
          <p:cNvPr id="25" name="Shape 21">
            <a:extLst xmlns:a="http://schemas.openxmlformats.org/drawingml/2006/main">
              <a:ext uri="{FF2B5EF4-FFF2-40B4-BE49-F238E27FC236}">
                <a16:creationId xmlns:a16="http://schemas.microsoft.com/office/drawing/2014/main" id="{73C5FD3A-8D05-4627-A872-090FF98C5605}"/>
              </a:ext>
            </a:extLst>
          </p:cNvPr>
          <p:cNvSpPr>
            <a:spLocks xmlns:a="http://schemas.openxmlformats.org/drawingml/2006/main" noGrp="1"/>
          </p:cNvSpPr>
          <p:nvPr/>
        </p:nvSpPr>
        <p:spPr>
          <a:xfrm xmlns:a="http://schemas.openxmlformats.org/drawingml/2006/main">
            <a:off x="777240" y="3305556"/>
            <a:ext cx="54864" cy="54864"/>
          </a:xfrm>
          <a:prstGeom xmlns:a="http://schemas.openxmlformats.org/drawingml/2006/main" prst="ellipse">
            <a:avLst/>
          </a:prstGeom>
          <a:solidFill xmlns:a="http://schemas.openxmlformats.org/drawingml/2006/main">
            <a:srgbClr val="3CC98A"/>
          </a:solidFill>
        </p:spPr>
      </p:sp>
      <p:sp>
        <p:nvSpPr>
          <p:cNvPr id="26" name="Text 22">
            <a:extLst xmlns:a="http://schemas.openxmlformats.org/drawingml/2006/main">
              <a:ext uri="{FF2B5EF4-FFF2-40B4-BE49-F238E27FC236}">
                <a16:creationId xmlns:a16="http://schemas.microsoft.com/office/drawing/2014/main" id="{06561955-2AF6-4B49-81C2-713D995C762B}"/>
              </a:ext>
            </a:extLst>
          </p:cNvPr>
          <p:cNvSpPr>
            <a:spLocks xmlns:a="http://schemas.openxmlformats.org/drawingml/2006/main" noGrp="1"/>
          </p:cNvSpPr>
          <p:nvPr/>
        </p:nvSpPr>
        <p:spPr>
          <a:xfrm xmlns:a="http://schemas.openxmlformats.org/drawingml/2006/main">
            <a:off x="960120" y="318211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현재 빌드와 자동 테스트 4개가 정상 통과</a:t>
            </a:r>
            <a:endParaRPr sz="1000"/>
          </a:p>
        </p:txBody>
      </p:sp>
      <p:sp>
        <p:nvSpPr>
          <p:cNvPr id="27" name="Shape 23">
            <a:extLst xmlns:a="http://schemas.openxmlformats.org/drawingml/2006/main">
              <a:ext uri="{FF2B5EF4-FFF2-40B4-BE49-F238E27FC236}">
                <a16:creationId xmlns:a16="http://schemas.microsoft.com/office/drawing/2014/main" id="{3D2F867A-0CFD-4D94-8B86-F54FD1DDC40F}"/>
              </a:ext>
            </a:extLst>
          </p:cNvPr>
          <p:cNvSpPr>
            <a:spLocks xmlns:a="http://schemas.openxmlformats.org/drawingml/2006/main" noGrp="1"/>
          </p:cNvSpPr>
          <p:nvPr/>
        </p:nvSpPr>
        <p:spPr>
          <a:xfrm xmlns:a="http://schemas.openxmlformats.org/drawingml/2006/main">
            <a:off x="6035040" y="164592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28" name="Shape 24">
            <a:extLst xmlns:a="http://schemas.openxmlformats.org/drawingml/2006/main">
              <a:ext uri="{FF2B5EF4-FFF2-40B4-BE49-F238E27FC236}">
                <a16:creationId xmlns:a16="http://schemas.microsoft.com/office/drawing/2014/main" id="{BF0F2AC9-389A-4EF4-B1FB-B0A65CB336EB}"/>
              </a:ext>
            </a:extLst>
          </p:cNvPr>
          <p:cNvSpPr>
            <a:spLocks xmlns:a="http://schemas.openxmlformats.org/drawingml/2006/main" noGrp="1"/>
          </p:cNvSpPr>
          <p:nvPr/>
        </p:nvSpPr>
        <p:spPr>
          <a:xfrm xmlns:a="http://schemas.openxmlformats.org/drawingml/2006/main">
            <a:off x="6263640" y="1801368"/>
            <a:ext cx="457200" cy="457200"/>
          </a:xfrm>
          <a:prstGeom xmlns:a="http://schemas.openxmlformats.org/drawingml/2006/main" prst="ellipse">
            <a:avLst/>
          </a:prstGeom>
          <a:solidFill xmlns:a="http://schemas.openxmlformats.org/drawingml/2006/main">
            <a:srgbClr val="E63A1A">
              <a:alpha val="15000"/>
            </a:srgbClr>
          </a:solidFill>
        </p:spPr>
      </p:sp>
      <p:pic>
        <p:nvPicPr>
          <p:cNvPr id="89" name="Image 2"/>
          <p:cNvPicPr>
            <a:picLocks xmlns:a="http://schemas.openxmlformats.org/drawingml/2006/main" noChangeAspect="1"/>
          </p:cNvPicPr>
          <p:nvPr/>
        </p:nvPicPr>
        <p:blipFill>
          <a:blip xmlns:r="http://schemas.openxmlformats.org/officeDocument/2006/relationships" xmlns:a="http://schemas.openxmlformats.org/drawingml/2006/main" r:embed="R2c787a12ca3a4bd9"/>
          <a:stretch xmlns:a="http://schemas.openxmlformats.org/drawingml/2006/main">
            <a:fillRect l="0" t="0" r="0" b="0"/>
          </a:stretch>
        </p:blipFill>
        <p:spPr>
          <a:xfrm xmlns:a="http://schemas.openxmlformats.org/drawingml/2006/main">
            <a:off x="6377940" y="1915668"/>
            <a:ext cx="228600" cy="228600"/>
          </a:xfrm>
          <a:prstGeom xmlns:a="http://schemas.openxmlformats.org/drawingml/2006/main" prst="rect">
            <a:avLst/>
          </a:prstGeom>
        </p:spPr>
      </p:pic>
      <p:sp>
        <p:nvSpPr>
          <p:cNvPr id="30" name="Text 25">
            <a:extLst xmlns:a="http://schemas.openxmlformats.org/drawingml/2006/main">
              <a:ext uri="{FF2B5EF4-FFF2-40B4-BE49-F238E27FC236}">
                <a16:creationId xmlns:a16="http://schemas.microsoft.com/office/drawing/2014/main" id="{620289F7-7BA1-4EA0-9AD8-EAA3CB78E1CE}"/>
              </a:ext>
            </a:extLst>
          </p:cNvPr>
          <p:cNvSpPr>
            <a:spLocks xmlns:a="http://schemas.openxmlformats.org/drawingml/2006/main" noGrp="1"/>
          </p:cNvSpPr>
          <p:nvPr/>
        </p:nvSpPr>
        <p:spPr>
          <a:xfrm xmlns:a="http://schemas.openxmlformats.org/drawingml/2006/main">
            <a:off x="6812280" y="182880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아쉬운 점</a:t>
            </a:r>
            <a:endParaRPr sz="1350"/>
          </a:p>
        </p:txBody>
      </p:sp>
      <p:sp>
        <p:nvSpPr>
          <p:cNvPr id="31" name="Shape 26">
            <a:extLst xmlns:a="http://schemas.openxmlformats.org/drawingml/2006/main">
              <a:ext uri="{FF2B5EF4-FFF2-40B4-BE49-F238E27FC236}">
                <a16:creationId xmlns:a16="http://schemas.microsoft.com/office/drawing/2014/main" id="{B87807AA-C838-4C5A-9678-9340CF215938}"/>
              </a:ext>
            </a:extLst>
          </p:cNvPr>
          <p:cNvSpPr>
            <a:spLocks xmlns:a="http://schemas.openxmlformats.org/drawingml/2006/main" noGrp="1"/>
          </p:cNvSpPr>
          <p:nvPr/>
        </p:nvSpPr>
        <p:spPr>
          <a:xfrm xmlns:a="http://schemas.openxmlformats.org/drawingml/2006/main">
            <a:off x="6309360" y="2427732"/>
            <a:ext cx="54864" cy="54864"/>
          </a:xfrm>
          <a:prstGeom xmlns:a="http://schemas.openxmlformats.org/drawingml/2006/main" prst="ellipse">
            <a:avLst/>
          </a:prstGeom>
          <a:solidFill xmlns:a="http://schemas.openxmlformats.org/drawingml/2006/main">
            <a:srgbClr val="E63A1A"/>
          </a:solidFill>
        </p:spPr>
      </p:sp>
      <p:sp>
        <p:nvSpPr>
          <p:cNvPr id="32" name="Text 27">
            <a:extLst xmlns:a="http://schemas.openxmlformats.org/drawingml/2006/main">
              <a:ext uri="{FF2B5EF4-FFF2-40B4-BE49-F238E27FC236}">
                <a16:creationId xmlns:a16="http://schemas.microsoft.com/office/drawing/2014/main" id="{FE674663-C060-4307-9F86-EB032262A6CC}"/>
              </a:ext>
            </a:extLst>
          </p:cNvPr>
          <p:cNvSpPr>
            <a:spLocks xmlns:a="http://schemas.openxmlformats.org/drawingml/2006/main" noGrp="1"/>
          </p:cNvSpPr>
          <p:nvPr/>
        </p:nvSpPr>
        <p:spPr>
          <a:xfrm xmlns:a="http://schemas.openxmlformats.org/drawingml/2006/main">
            <a:off x="6492240" y="230428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비밀번호를 해시하지 않고 저장하는 학습용 구현</a:t>
            </a:r>
            <a:endParaRPr sz="1000"/>
          </a:p>
        </p:txBody>
      </p:sp>
      <p:sp>
        <p:nvSpPr>
          <p:cNvPr id="33" name="Shape 28">
            <a:extLst xmlns:a="http://schemas.openxmlformats.org/drawingml/2006/main">
              <a:ext uri="{FF2B5EF4-FFF2-40B4-BE49-F238E27FC236}">
                <a16:creationId xmlns:a16="http://schemas.microsoft.com/office/drawing/2014/main" id="{370B0FC1-5779-4C9F-AC85-512363141350}"/>
              </a:ext>
            </a:extLst>
          </p:cNvPr>
          <p:cNvSpPr>
            <a:spLocks xmlns:a="http://schemas.openxmlformats.org/drawingml/2006/main" noGrp="1"/>
          </p:cNvSpPr>
          <p:nvPr/>
        </p:nvSpPr>
        <p:spPr>
          <a:xfrm xmlns:a="http://schemas.openxmlformats.org/drawingml/2006/main">
            <a:off x="6309360" y="2866644"/>
            <a:ext cx="54864" cy="54864"/>
          </a:xfrm>
          <a:prstGeom xmlns:a="http://schemas.openxmlformats.org/drawingml/2006/main" prst="ellipse">
            <a:avLst/>
          </a:prstGeom>
          <a:solidFill xmlns:a="http://schemas.openxmlformats.org/drawingml/2006/main">
            <a:srgbClr val="E63A1A"/>
          </a:solidFill>
        </p:spPr>
      </p:sp>
      <p:sp>
        <p:nvSpPr>
          <p:cNvPr id="34" name="Text 29">
            <a:extLst xmlns:a="http://schemas.openxmlformats.org/drawingml/2006/main">
              <a:ext uri="{FF2B5EF4-FFF2-40B4-BE49-F238E27FC236}">
                <a16:creationId xmlns:a16="http://schemas.microsoft.com/office/drawing/2014/main" id="{67FF7939-30AD-4ADF-8C96-C83921352CC2}"/>
              </a:ext>
            </a:extLst>
          </p:cNvPr>
          <p:cNvSpPr>
            <a:spLocks xmlns:a="http://schemas.openxmlformats.org/drawingml/2006/main" noGrp="1"/>
          </p:cNvSpPr>
          <p:nvPr/>
        </p:nvSpPr>
        <p:spPr>
          <a:xfrm xmlns:a="http://schemas.openxmlformats.org/drawingml/2006/main">
            <a:off x="6492240" y="274320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SMS 인증정보 외부화와 배포 환경 분리 필요</a:t>
            </a:r>
            <a:endParaRPr sz="1000"/>
          </a:p>
        </p:txBody>
      </p:sp>
      <p:sp>
        <p:nvSpPr>
          <p:cNvPr id="35" name="Shape 30">
            <a:extLst xmlns:a="http://schemas.openxmlformats.org/drawingml/2006/main">
              <a:ext uri="{FF2B5EF4-FFF2-40B4-BE49-F238E27FC236}">
                <a16:creationId xmlns:a16="http://schemas.microsoft.com/office/drawing/2014/main" id="{A5DDB085-02A2-4B05-9AE1-CFCB44174051}"/>
              </a:ext>
            </a:extLst>
          </p:cNvPr>
          <p:cNvSpPr>
            <a:spLocks xmlns:a="http://schemas.openxmlformats.org/drawingml/2006/main" noGrp="1"/>
          </p:cNvSpPr>
          <p:nvPr/>
        </p:nvSpPr>
        <p:spPr>
          <a:xfrm xmlns:a="http://schemas.openxmlformats.org/drawingml/2006/main">
            <a:off x="6309360" y="3305556"/>
            <a:ext cx="54864" cy="54864"/>
          </a:xfrm>
          <a:prstGeom xmlns:a="http://schemas.openxmlformats.org/drawingml/2006/main" prst="ellipse">
            <a:avLst/>
          </a:prstGeom>
          <a:solidFill xmlns:a="http://schemas.openxmlformats.org/drawingml/2006/main">
            <a:srgbClr val="E63A1A"/>
          </a:solidFill>
        </p:spPr>
      </p:sp>
      <p:sp>
        <p:nvSpPr>
          <p:cNvPr id="36" name="Text 31">
            <a:extLst xmlns:a="http://schemas.openxmlformats.org/drawingml/2006/main">
              <a:ext uri="{FF2B5EF4-FFF2-40B4-BE49-F238E27FC236}">
                <a16:creationId xmlns:a16="http://schemas.microsoft.com/office/drawing/2014/main" id="{4201E267-82A6-45D5-B0A7-7AF705B38DD8}"/>
              </a:ext>
            </a:extLst>
          </p:cNvPr>
          <p:cNvSpPr>
            <a:spLocks xmlns:a="http://schemas.openxmlformats.org/drawingml/2006/main" noGrp="1"/>
          </p:cNvSpPr>
          <p:nvPr/>
        </p:nvSpPr>
        <p:spPr>
          <a:xfrm xmlns:a="http://schemas.openxmlformats.org/drawingml/2006/main">
            <a:off x="6492240" y="318211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일정 배정의 트랜잭션·충돌 검증을 더 강화해야 함</a:t>
            </a:r>
            <a:endParaRPr sz="1000"/>
          </a:p>
        </p:txBody>
      </p:sp>
      <p:sp>
        <p:nvSpPr>
          <p:cNvPr id="37" name="Shape 32">
            <a:extLst xmlns:a="http://schemas.openxmlformats.org/drawingml/2006/main">
              <a:ext uri="{FF2B5EF4-FFF2-40B4-BE49-F238E27FC236}">
                <a16:creationId xmlns:a16="http://schemas.microsoft.com/office/drawing/2014/main" id="{143F4258-31D0-41F1-96D8-933BE1E34759}"/>
              </a:ext>
            </a:extLst>
          </p:cNvPr>
          <p:cNvSpPr>
            <a:spLocks xmlns:a="http://schemas.openxmlformats.org/drawingml/2006/main" noGrp="1"/>
          </p:cNvSpPr>
          <p:nvPr/>
        </p:nvSpPr>
        <p:spPr>
          <a:xfrm xmlns:a="http://schemas.openxmlformats.org/drawingml/2006/main">
            <a:off x="502920" y="402336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38" name="Shape 33">
            <a:extLst xmlns:a="http://schemas.openxmlformats.org/drawingml/2006/main">
              <a:ext uri="{FF2B5EF4-FFF2-40B4-BE49-F238E27FC236}">
                <a16:creationId xmlns:a16="http://schemas.microsoft.com/office/drawing/2014/main" id="{4E17C3F5-3785-4133-A846-5C3D61A44634}"/>
              </a:ext>
            </a:extLst>
          </p:cNvPr>
          <p:cNvSpPr>
            <a:spLocks xmlns:a="http://schemas.openxmlformats.org/drawingml/2006/main" noGrp="1"/>
          </p:cNvSpPr>
          <p:nvPr/>
        </p:nvSpPr>
        <p:spPr>
          <a:xfrm xmlns:a="http://schemas.openxmlformats.org/drawingml/2006/main">
            <a:off x="731520" y="4178808"/>
            <a:ext cx="457200" cy="457200"/>
          </a:xfrm>
          <a:prstGeom xmlns:a="http://schemas.openxmlformats.org/drawingml/2006/main" prst="ellipse">
            <a:avLst/>
          </a:prstGeom>
          <a:solidFill xmlns:a="http://schemas.openxmlformats.org/drawingml/2006/main">
            <a:srgbClr val="2B6BF0">
              <a:alpha val="15000"/>
            </a:srgbClr>
          </a:solidFill>
        </p:spPr>
      </p:sp>
      <p:pic>
        <p:nvPicPr>
          <p:cNvPr id="99" name="Image 3"/>
          <p:cNvPicPr>
            <a:picLocks xmlns:a="http://schemas.openxmlformats.org/drawingml/2006/main" noChangeAspect="1"/>
          </p:cNvPicPr>
          <p:nvPr/>
        </p:nvPicPr>
        <p:blipFill>
          <a:blip xmlns:r="http://schemas.openxmlformats.org/officeDocument/2006/relationships" xmlns:a="http://schemas.openxmlformats.org/drawingml/2006/main" r:embed="Raaa55e3a523244cb"/>
          <a:stretch xmlns:a="http://schemas.openxmlformats.org/drawingml/2006/main">
            <a:fillRect l="0" t="0" r="0" b="0"/>
          </a:stretch>
        </p:blipFill>
        <p:spPr>
          <a:xfrm xmlns:a="http://schemas.openxmlformats.org/drawingml/2006/main">
            <a:off x="845820" y="4293108"/>
            <a:ext cx="228600" cy="228600"/>
          </a:xfrm>
          <a:prstGeom xmlns:a="http://schemas.openxmlformats.org/drawingml/2006/main" prst="rect">
            <a:avLst/>
          </a:prstGeom>
        </p:spPr>
      </p:pic>
      <p:sp>
        <p:nvSpPr>
          <p:cNvPr id="40" name="Text 34">
            <a:extLst xmlns:a="http://schemas.openxmlformats.org/drawingml/2006/main">
              <a:ext uri="{FF2B5EF4-FFF2-40B4-BE49-F238E27FC236}">
                <a16:creationId xmlns:a16="http://schemas.microsoft.com/office/drawing/2014/main" id="{F74B66BF-8F7A-4652-851A-85B11721190A}"/>
              </a:ext>
            </a:extLst>
          </p:cNvPr>
          <p:cNvSpPr>
            <a:spLocks xmlns:a="http://schemas.openxmlformats.org/drawingml/2006/main" noGrp="1"/>
          </p:cNvSpPr>
          <p:nvPr/>
        </p:nvSpPr>
        <p:spPr>
          <a:xfrm xmlns:a="http://schemas.openxmlformats.org/drawingml/2006/main">
            <a:off x="1280160" y="420624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배운 점</a:t>
            </a:r>
            <a:endParaRPr sz="1350"/>
          </a:p>
        </p:txBody>
      </p:sp>
      <p:sp>
        <p:nvSpPr>
          <p:cNvPr id="41" name="Shape 35">
            <a:extLst xmlns:a="http://schemas.openxmlformats.org/drawingml/2006/main">
              <a:ext uri="{FF2B5EF4-FFF2-40B4-BE49-F238E27FC236}">
                <a16:creationId xmlns:a16="http://schemas.microsoft.com/office/drawing/2014/main" id="{0215DDEB-7378-40B8-B506-241AC4CBEC88}"/>
              </a:ext>
            </a:extLst>
          </p:cNvPr>
          <p:cNvSpPr>
            <a:spLocks xmlns:a="http://schemas.openxmlformats.org/drawingml/2006/main" noGrp="1"/>
          </p:cNvSpPr>
          <p:nvPr/>
        </p:nvSpPr>
        <p:spPr>
          <a:xfrm xmlns:a="http://schemas.openxmlformats.org/drawingml/2006/main">
            <a:off x="777240" y="4805172"/>
            <a:ext cx="54864" cy="54864"/>
          </a:xfrm>
          <a:prstGeom xmlns:a="http://schemas.openxmlformats.org/drawingml/2006/main" prst="ellipse">
            <a:avLst/>
          </a:prstGeom>
          <a:solidFill xmlns:a="http://schemas.openxmlformats.org/drawingml/2006/main">
            <a:srgbClr val="2B6BF0"/>
          </a:solidFill>
        </p:spPr>
      </p:sp>
      <p:sp>
        <p:nvSpPr>
          <p:cNvPr id="42" name="Text 36">
            <a:extLst xmlns:a="http://schemas.openxmlformats.org/drawingml/2006/main">
              <a:ext uri="{FF2B5EF4-FFF2-40B4-BE49-F238E27FC236}">
                <a16:creationId xmlns:a16="http://schemas.microsoft.com/office/drawing/2014/main" id="{9D84CC75-C38D-4593-ADA8-01E633BE152F}"/>
              </a:ext>
            </a:extLst>
          </p:cNvPr>
          <p:cNvSpPr>
            <a:spLocks xmlns:a="http://schemas.openxmlformats.org/drawingml/2006/main" noGrp="1"/>
          </p:cNvSpPr>
          <p:nvPr/>
        </p:nvSpPr>
        <p:spPr>
          <a:xfrm xmlns:a="http://schemas.openxmlformats.org/drawingml/2006/main">
            <a:off x="960120" y="468172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서로 다른 PK를 구분하고 조인하는 데이터 모델의 중요성</a:t>
            </a:r>
            <a:endParaRPr sz="1000"/>
          </a:p>
        </p:txBody>
      </p:sp>
      <p:sp>
        <p:nvSpPr>
          <p:cNvPr id="43" name="Shape 37">
            <a:extLst xmlns:a="http://schemas.openxmlformats.org/drawingml/2006/main">
              <a:ext uri="{FF2B5EF4-FFF2-40B4-BE49-F238E27FC236}">
                <a16:creationId xmlns:a16="http://schemas.microsoft.com/office/drawing/2014/main" id="{EBAC4482-497C-421E-8120-CF576D5B8E5B}"/>
              </a:ext>
            </a:extLst>
          </p:cNvPr>
          <p:cNvSpPr>
            <a:spLocks xmlns:a="http://schemas.openxmlformats.org/drawingml/2006/main" noGrp="1"/>
          </p:cNvSpPr>
          <p:nvPr/>
        </p:nvSpPr>
        <p:spPr>
          <a:xfrm xmlns:a="http://schemas.openxmlformats.org/drawingml/2006/main">
            <a:off x="777240" y="5244084"/>
            <a:ext cx="54864" cy="54864"/>
          </a:xfrm>
          <a:prstGeom xmlns:a="http://schemas.openxmlformats.org/drawingml/2006/main" prst="ellipse">
            <a:avLst/>
          </a:prstGeom>
          <a:solidFill xmlns:a="http://schemas.openxmlformats.org/drawingml/2006/main">
            <a:srgbClr val="2B6BF0"/>
          </a:solidFill>
        </p:spPr>
      </p:sp>
      <p:sp>
        <p:nvSpPr>
          <p:cNvPr id="44" name="Text 38">
            <a:extLst xmlns:a="http://schemas.openxmlformats.org/drawingml/2006/main">
              <a:ext uri="{FF2B5EF4-FFF2-40B4-BE49-F238E27FC236}">
                <a16:creationId xmlns:a16="http://schemas.microsoft.com/office/drawing/2014/main" id="{E0555478-712B-487F-B0F7-1E6C4BE69C20}"/>
              </a:ext>
            </a:extLst>
          </p:cNvPr>
          <p:cNvSpPr>
            <a:spLocks xmlns:a="http://schemas.openxmlformats.org/drawingml/2006/main" noGrp="1"/>
          </p:cNvSpPr>
          <p:nvPr/>
        </p:nvSpPr>
        <p:spPr>
          <a:xfrm xmlns:a="http://schemas.openxmlformats.org/drawingml/2006/main">
            <a:off x="960120" y="512064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화면 시각과 서버 처리시각의 책임을 분리하는 방법</a:t>
            </a:r>
            <a:endParaRPr sz="1000"/>
          </a:p>
        </p:txBody>
      </p:sp>
      <p:sp>
        <p:nvSpPr>
          <p:cNvPr id="45" name="Shape 39">
            <a:extLst xmlns:a="http://schemas.openxmlformats.org/drawingml/2006/main">
              <a:ext uri="{FF2B5EF4-FFF2-40B4-BE49-F238E27FC236}">
                <a16:creationId xmlns:a16="http://schemas.microsoft.com/office/drawing/2014/main" id="{0C43EDF8-5EB6-4B91-B9D7-4C98CAA93DC0}"/>
              </a:ext>
            </a:extLst>
          </p:cNvPr>
          <p:cNvSpPr>
            <a:spLocks xmlns:a="http://schemas.openxmlformats.org/drawingml/2006/main" noGrp="1"/>
          </p:cNvSpPr>
          <p:nvPr/>
        </p:nvSpPr>
        <p:spPr>
          <a:xfrm xmlns:a="http://schemas.openxmlformats.org/drawingml/2006/main">
            <a:off x="777240" y="5682996"/>
            <a:ext cx="54864" cy="54864"/>
          </a:xfrm>
          <a:prstGeom xmlns:a="http://schemas.openxmlformats.org/drawingml/2006/main" prst="ellipse">
            <a:avLst/>
          </a:prstGeom>
          <a:solidFill xmlns:a="http://schemas.openxmlformats.org/drawingml/2006/main">
            <a:srgbClr val="2B6BF0"/>
          </a:solidFill>
        </p:spPr>
      </p:sp>
      <p:sp>
        <p:nvSpPr>
          <p:cNvPr id="46" name="Text 40">
            <a:extLst xmlns:a="http://schemas.openxmlformats.org/drawingml/2006/main">
              <a:ext uri="{FF2B5EF4-FFF2-40B4-BE49-F238E27FC236}">
                <a16:creationId xmlns:a16="http://schemas.microsoft.com/office/drawing/2014/main" id="{7A0F6633-7095-4D4D-9B5E-9CBBA0FAF1EA}"/>
              </a:ext>
            </a:extLst>
          </p:cNvPr>
          <p:cNvSpPr>
            <a:spLocks xmlns:a="http://schemas.openxmlformats.org/drawingml/2006/main" noGrp="1"/>
          </p:cNvSpPr>
          <p:nvPr/>
        </p:nvSpPr>
        <p:spPr>
          <a:xfrm xmlns:a="http://schemas.openxmlformats.org/drawingml/2006/main">
            <a:off x="960120" y="555955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공통 디자인과 URL 규칙이 통합 품질에 미치는 영향</a:t>
            </a:r>
            <a:endParaRPr sz="1000"/>
          </a:p>
        </p:txBody>
      </p:sp>
      <p:sp>
        <p:nvSpPr>
          <p:cNvPr id="47" name="Shape 41">
            <a:extLst xmlns:a="http://schemas.openxmlformats.org/drawingml/2006/main">
              <a:ext uri="{FF2B5EF4-FFF2-40B4-BE49-F238E27FC236}">
                <a16:creationId xmlns:a16="http://schemas.microsoft.com/office/drawing/2014/main" id="{BBA8BC8B-A0B6-4221-8326-DFE4148BE928}"/>
              </a:ext>
            </a:extLst>
          </p:cNvPr>
          <p:cNvSpPr>
            <a:spLocks xmlns:a="http://schemas.openxmlformats.org/drawingml/2006/main" noGrp="1"/>
          </p:cNvSpPr>
          <p:nvPr/>
        </p:nvSpPr>
        <p:spPr>
          <a:xfrm xmlns:a="http://schemas.openxmlformats.org/drawingml/2006/main">
            <a:off x="6035040" y="4023360"/>
            <a:ext cx="5212080" cy="2148840"/>
          </a:xfrm>
          <a:prstGeom xmlns:a="http://schemas.openxmlformats.org/drawingml/2006/main" prst="roundRect">
            <a:avLst>
              <a:gd name="adj" fmla="val 3404"/>
            </a:avLst>
          </a:prstGeom>
          <a:solidFill xmlns:a="http://schemas.openxmlformats.org/drawingml/2006/main">
            <a:srgbClr val="F6F8FA"/>
          </a:solidFill>
          <a:ln xmlns:a="http://schemas.openxmlformats.org/drawingml/2006/main" w="12700">
            <a:solidFill>
              <a:srgbClr val="DDE3EA"/>
            </a:solidFill>
            <a:prstDash val="solid"/>
          </a:ln>
          <a:effectLst xmlns:a="http://schemas.openxmlformats.org/drawingml/2006/main">
            <a:outerShdw blurRad="101600" dist="25400" dir="5400000" sx="100000" sy="100000" kx="0" ky="0" algn="bl" rotWithShape="0">
              <a:srgbClr val="1B2430">
                <a:alpha val="12000"/>
              </a:srgbClr>
            </a:outerShdw>
          </a:effectLst>
        </p:spPr>
      </p:sp>
      <p:sp>
        <p:nvSpPr>
          <p:cNvPr id="48" name="Shape 42">
            <a:extLst xmlns:a="http://schemas.openxmlformats.org/drawingml/2006/main">
              <a:ext uri="{FF2B5EF4-FFF2-40B4-BE49-F238E27FC236}">
                <a16:creationId xmlns:a16="http://schemas.microsoft.com/office/drawing/2014/main" id="{FE527A27-C81A-45CF-9B6E-1BB4EB51818B}"/>
              </a:ext>
            </a:extLst>
          </p:cNvPr>
          <p:cNvSpPr>
            <a:spLocks xmlns:a="http://schemas.openxmlformats.org/drawingml/2006/main" noGrp="1"/>
          </p:cNvSpPr>
          <p:nvPr/>
        </p:nvSpPr>
        <p:spPr>
          <a:xfrm xmlns:a="http://schemas.openxmlformats.org/drawingml/2006/main">
            <a:off x="6263640" y="4178808"/>
            <a:ext cx="457200" cy="457200"/>
          </a:xfrm>
          <a:prstGeom xmlns:a="http://schemas.openxmlformats.org/drawingml/2006/main" prst="ellipse">
            <a:avLst/>
          </a:prstGeom>
          <a:solidFill xmlns:a="http://schemas.openxmlformats.org/drawingml/2006/main">
            <a:srgbClr val="D2C81A">
              <a:alpha val="15000"/>
            </a:srgbClr>
          </a:solidFill>
        </p:spPr>
      </p:sp>
      <p:pic>
        <p:nvPicPr>
          <p:cNvPr id="109" name="Image 4"/>
          <p:cNvPicPr>
            <a:picLocks xmlns:a="http://schemas.openxmlformats.org/drawingml/2006/main" noChangeAspect="1"/>
          </p:cNvPicPr>
          <p:nvPr/>
        </p:nvPicPr>
        <p:blipFill>
          <a:blip xmlns:r="http://schemas.openxmlformats.org/officeDocument/2006/relationships" xmlns:a="http://schemas.openxmlformats.org/drawingml/2006/main" r:embed="R3471d70917a84af6"/>
          <a:stretch xmlns:a="http://schemas.openxmlformats.org/drawingml/2006/main">
            <a:fillRect l="0" t="0" r="0" b="0"/>
          </a:stretch>
        </p:blipFill>
        <p:spPr>
          <a:xfrm xmlns:a="http://schemas.openxmlformats.org/drawingml/2006/main">
            <a:off x="6377940" y="4293108"/>
            <a:ext cx="228600" cy="228600"/>
          </a:xfrm>
          <a:prstGeom xmlns:a="http://schemas.openxmlformats.org/drawingml/2006/main" prst="rect">
            <a:avLst/>
          </a:prstGeom>
        </p:spPr>
      </p:pic>
      <p:sp>
        <p:nvSpPr>
          <p:cNvPr id="50" name="Text 43">
            <a:extLst xmlns:a="http://schemas.openxmlformats.org/drawingml/2006/main">
              <a:ext uri="{FF2B5EF4-FFF2-40B4-BE49-F238E27FC236}">
                <a16:creationId xmlns:a16="http://schemas.microsoft.com/office/drawing/2014/main" id="{7B3EB584-6BD3-4533-9541-8537B9B8BC1D}"/>
              </a:ext>
            </a:extLst>
          </p:cNvPr>
          <p:cNvSpPr>
            <a:spLocks xmlns:a="http://schemas.openxmlformats.org/drawingml/2006/main" noGrp="1"/>
          </p:cNvSpPr>
          <p:nvPr/>
        </p:nvSpPr>
        <p:spPr>
          <a:xfrm xmlns:a="http://schemas.openxmlformats.org/drawingml/2006/main">
            <a:off x="6812280" y="4206240"/>
            <a:ext cx="42062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10151E"/>
                </a:solidFill>
                <a:latin typeface="맑은 고딕"/>
                <a:ea typeface="맑은 고딕"/>
                <a:cs typeface="맑은 고딕"/>
              </a:rPr>
              <a:t>앞으로 할 일</a:t>
            </a:r>
            <a:endParaRPr sz="1350"/>
          </a:p>
        </p:txBody>
      </p:sp>
      <p:sp>
        <p:nvSpPr>
          <p:cNvPr id="51" name="Shape 44">
            <a:extLst xmlns:a="http://schemas.openxmlformats.org/drawingml/2006/main">
              <a:ext uri="{FF2B5EF4-FFF2-40B4-BE49-F238E27FC236}">
                <a16:creationId xmlns:a16="http://schemas.microsoft.com/office/drawing/2014/main" id="{0AB19A46-EF28-4E04-B3F7-EA47322C6D67}"/>
              </a:ext>
            </a:extLst>
          </p:cNvPr>
          <p:cNvSpPr>
            <a:spLocks xmlns:a="http://schemas.openxmlformats.org/drawingml/2006/main" noGrp="1"/>
          </p:cNvSpPr>
          <p:nvPr/>
        </p:nvSpPr>
        <p:spPr>
          <a:xfrm xmlns:a="http://schemas.openxmlformats.org/drawingml/2006/main">
            <a:off x="6309360" y="4805172"/>
            <a:ext cx="54864" cy="54864"/>
          </a:xfrm>
          <a:prstGeom xmlns:a="http://schemas.openxmlformats.org/drawingml/2006/main" prst="ellipse">
            <a:avLst/>
          </a:prstGeom>
          <a:solidFill xmlns:a="http://schemas.openxmlformats.org/drawingml/2006/main">
            <a:srgbClr val="D2C81A"/>
          </a:solidFill>
        </p:spPr>
      </p:sp>
      <p:sp>
        <p:nvSpPr>
          <p:cNvPr id="52" name="Text 45">
            <a:extLst xmlns:a="http://schemas.openxmlformats.org/drawingml/2006/main">
              <a:ext uri="{FF2B5EF4-FFF2-40B4-BE49-F238E27FC236}">
                <a16:creationId xmlns:a16="http://schemas.microsoft.com/office/drawing/2014/main" id="{4997085C-632A-474C-ABA4-B65A387B3500}"/>
              </a:ext>
            </a:extLst>
          </p:cNvPr>
          <p:cNvSpPr>
            <a:spLocks xmlns:a="http://schemas.openxmlformats.org/drawingml/2006/main" noGrp="1"/>
          </p:cNvSpPr>
          <p:nvPr/>
        </p:nvSpPr>
        <p:spPr>
          <a:xfrm xmlns:a="http://schemas.openxmlformats.org/drawingml/2006/main">
            <a:off x="6492240" y="4681728"/>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비밀번호 해시·비밀정보 환경변수화·보안 설정 강화</a:t>
            </a:r>
            <a:endParaRPr sz="1000"/>
          </a:p>
        </p:txBody>
      </p:sp>
      <p:sp>
        <p:nvSpPr>
          <p:cNvPr id="53" name="Shape 46">
            <a:extLst xmlns:a="http://schemas.openxmlformats.org/drawingml/2006/main">
              <a:ext uri="{FF2B5EF4-FFF2-40B4-BE49-F238E27FC236}">
                <a16:creationId xmlns:a16="http://schemas.microsoft.com/office/drawing/2014/main" id="{94D9F413-CFDF-4013-A544-E5035AE7BB92}"/>
              </a:ext>
            </a:extLst>
          </p:cNvPr>
          <p:cNvSpPr>
            <a:spLocks xmlns:a="http://schemas.openxmlformats.org/drawingml/2006/main" noGrp="1"/>
          </p:cNvSpPr>
          <p:nvPr/>
        </p:nvSpPr>
        <p:spPr>
          <a:xfrm xmlns:a="http://schemas.openxmlformats.org/drawingml/2006/main">
            <a:off x="6309360" y="5244084"/>
            <a:ext cx="54864" cy="54864"/>
          </a:xfrm>
          <a:prstGeom xmlns:a="http://schemas.openxmlformats.org/drawingml/2006/main" prst="ellipse">
            <a:avLst/>
          </a:prstGeom>
          <a:solidFill xmlns:a="http://schemas.openxmlformats.org/drawingml/2006/main">
            <a:srgbClr val="D2C81A"/>
          </a:solidFill>
        </p:spPr>
      </p:sp>
      <p:sp>
        <p:nvSpPr>
          <p:cNvPr id="54" name="Text 47">
            <a:extLst xmlns:a="http://schemas.openxmlformats.org/drawingml/2006/main">
              <a:ext uri="{FF2B5EF4-FFF2-40B4-BE49-F238E27FC236}">
                <a16:creationId xmlns:a16="http://schemas.microsoft.com/office/drawing/2014/main" id="{43D8ED3D-D25B-4120-8DD4-17B01C796797}"/>
              </a:ext>
            </a:extLst>
          </p:cNvPr>
          <p:cNvSpPr>
            <a:spLocks xmlns:a="http://schemas.openxmlformats.org/drawingml/2006/main" noGrp="1"/>
          </p:cNvSpPr>
          <p:nvPr/>
        </p:nvSpPr>
        <p:spPr>
          <a:xfrm xmlns:a="http://schemas.openxmlformats.org/drawingml/2006/main">
            <a:off x="6492240" y="5120640"/>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기사 일정 중복 방지와 상태값 Enum 정리</a:t>
            </a:r>
            <a:endParaRPr sz="1000"/>
          </a:p>
        </p:txBody>
      </p:sp>
      <p:sp>
        <p:nvSpPr>
          <p:cNvPr id="55" name="Shape 48">
            <a:extLst xmlns:a="http://schemas.openxmlformats.org/drawingml/2006/main">
              <a:ext uri="{FF2B5EF4-FFF2-40B4-BE49-F238E27FC236}">
                <a16:creationId xmlns:a16="http://schemas.microsoft.com/office/drawing/2014/main" id="{D21BA8E5-21B9-4C5B-BB0D-20357086C565}"/>
              </a:ext>
            </a:extLst>
          </p:cNvPr>
          <p:cNvSpPr>
            <a:spLocks xmlns:a="http://schemas.openxmlformats.org/drawingml/2006/main" noGrp="1"/>
          </p:cNvSpPr>
          <p:nvPr/>
        </p:nvSpPr>
        <p:spPr>
          <a:xfrm xmlns:a="http://schemas.openxmlformats.org/drawingml/2006/main">
            <a:off x="6309360" y="5682996"/>
            <a:ext cx="54864" cy="54864"/>
          </a:xfrm>
          <a:prstGeom xmlns:a="http://schemas.openxmlformats.org/drawingml/2006/main" prst="ellipse">
            <a:avLst/>
          </a:prstGeom>
          <a:solidFill xmlns:a="http://schemas.openxmlformats.org/drawingml/2006/main">
            <a:srgbClr val="D2C81A"/>
          </a:solidFill>
        </p:spPr>
      </p:sp>
      <p:sp>
        <p:nvSpPr>
          <p:cNvPr id="56" name="Text 49">
            <a:extLst xmlns:a="http://schemas.openxmlformats.org/drawingml/2006/main">
              <a:ext uri="{FF2B5EF4-FFF2-40B4-BE49-F238E27FC236}">
                <a16:creationId xmlns:a16="http://schemas.microsoft.com/office/drawing/2014/main" id="{C1197BD1-9B38-4ABB-B938-5C3FBD6F0A3F}"/>
              </a:ext>
            </a:extLst>
          </p:cNvPr>
          <p:cNvSpPr>
            <a:spLocks xmlns:a="http://schemas.openxmlformats.org/drawingml/2006/main" noGrp="1"/>
          </p:cNvSpPr>
          <p:nvPr/>
        </p:nvSpPr>
        <p:spPr>
          <a:xfrm xmlns:a="http://schemas.openxmlformats.org/drawingml/2006/main">
            <a:off x="6492240" y="5559552"/>
            <a:ext cx="44805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20000"/>
              </a:lnSpc>
              <a:buNone/>
            </a:pPr>
            <a:r>
              <a:rPr sz="1000">
                <a:solidFill>
                  <a:srgbClr val="5D6A7C"/>
                </a:solidFill>
                <a:latin typeface="맑은 고딕"/>
                <a:ea typeface="맑은 고딕"/>
                <a:cs typeface="맑은 고딕"/>
              </a:rPr>
              <a:t>모바일 반응형·배포·로그 모니터링 보완</a:t>
            </a:r>
            <a:endParaRPr sz="1000"/>
          </a:p>
        </p:txBody>
      </p:sp>
    </p:spTree>
    <p:extLst>
      <p:ext uri="{BB962C8B-B14F-4D97-AF65-F5344CB8AC3E}">
        <p14:creationId xmlns:p14="http://schemas.microsoft.com/office/powerpoint/2010/main" val="583223246"/>
      </p:ext>
    </p:extLst>
  </p:cSld>
</p:sld>
</file>

<file path=ppt/slides/slide12.xml><?xml version="1.0" encoding="utf-8"?>
<p:sld xmlns:p="http://schemas.openxmlformats.org/presentationml/2006/main">
  <p:cSld>
    <p:bg>
      <p:bgPr>
        <a:solidFill xmlns:a="http://schemas.openxmlformats.org/drawingml/2006/main">
          <a:srgbClr val="0B0F1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7F4118F-8E64-4064-8605-4B480139F696}"/>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 name="Shape 1">
            <a:extLst xmlns:a="http://schemas.openxmlformats.org/drawingml/2006/main">
              <a:ext uri="{FF2B5EF4-FFF2-40B4-BE49-F238E27FC236}">
                <a16:creationId xmlns:a16="http://schemas.microsoft.com/office/drawing/2014/main" id="{A27C02AF-F23E-4EB8-9EA4-BDBAA492AAF1}"/>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4" name="Shape 2">
            <a:extLst xmlns:a="http://schemas.openxmlformats.org/drawingml/2006/main">
              <a:ext uri="{FF2B5EF4-FFF2-40B4-BE49-F238E27FC236}">
                <a16:creationId xmlns:a16="http://schemas.microsoft.com/office/drawing/2014/main" id="{D68B9356-B09F-4B24-8E8A-A1A921C64446}"/>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5" name="Shape 3">
            <a:extLst xmlns:a="http://schemas.openxmlformats.org/drawingml/2006/main">
              <a:ext uri="{FF2B5EF4-FFF2-40B4-BE49-F238E27FC236}">
                <a16:creationId xmlns:a16="http://schemas.microsoft.com/office/drawing/2014/main" id="{47E5A294-C1BC-47BA-A02C-164B3D0B9FBB}"/>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6" name="Shape 4">
            <a:extLst xmlns:a="http://schemas.openxmlformats.org/drawingml/2006/main">
              <a:ext uri="{FF2B5EF4-FFF2-40B4-BE49-F238E27FC236}">
                <a16:creationId xmlns:a16="http://schemas.microsoft.com/office/drawing/2014/main" id="{8E7F6D32-C99B-434B-A567-6FF973A6E98C}"/>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7" name="Shape 5">
            <a:extLst xmlns:a="http://schemas.openxmlformats.org/drawingml/2006/main">
              <a:ext uri="{FF2B5EF4-FFF2-40B4-BE49-F238E27FC236}">
                <a16:creationId xmlns:a16="http://schemas.microsoft.com/office/drawing/2014/main" id="{349EFB5C-012C-43BE-8534-888FC2D812F5}"/>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8" name="Shape 6">
            <a:extLst xmlns:a="http://schemas.openxmlformats.org/drawingml/2006/main">
              <a:ext uri="{FF2B5EF4-FFF2-40B4-BE49-F238E27FC236}">
                <a16:creationId xmlns:a16="http://schemas.microsoft.com/office/drawing/2014/main" id="{37520C1F-7F78-44FF-AA42-02FFB070F27F}"/>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9" name="Shape 7">
            <a:extLst xmlns:a="http://schemas.openxmlformats.org/drawingml/2006/main">
              <a:ext uri="{FF2B5EF4-FFF2-40B4-BE49-F238E27FC236}">
                <a16:creationId xmlns:a16="http://schemas.microsoft.com/office/drawing/2014/main" id="{C0BE65ED-C091-41E1-8766-EE77F37DDF30}"/>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
        <p:nvSpPr>
          <p:cNvPr id="10" name="Shape 8">
            <a:extLst xmlns:a="http://schemas.openxmlformats.org/drawingml/2006/main">
              <a:ext uri="{FF2B5EF4-FFF2-40B4-BE49-F238E27FC236}">
                <a16:creationId xmlns:a16="http://schemas.microsoft.com/office/drawing/2014/main" id="{50694B39-E46F-453F-933E-A153AC80C8E7}"/>
              </a:ext>
            </a:extLst>
          </p:cNvPr>
          <p:cNvSpPr>
            <a:spLocks xmlns:a="http://schemas.openxmlformats.org/drawingml/2006/main" noGrp="1"/>
          </p:cNvSpPr>
          <p:nvPr/>
        </p:nvSpPr>
        <p:spPr>
          <a:xfrm xmlns:a="http://schemas.openxmlformats.org/drawingml/2006/main" rot="-240000">
            <a:off x="502920" y="1417320"/>
            <a:ext cx="2880360" cy="219456"/>
          </a:xfrm>
          <a:prstGeom xmlns:a="http://schemas.openxmlformats.org/drawingml/2006/main" prst="roundRect">
            <a:avLst>
              <a:gd name="adj" fmla="val 208333"/>
            </a:avLst>
          </a:prstGeom>
          <a:solidFill xmlns:a="http://schemas.openxmlformats.org/drawingml/2006/main">
            <a:srgbClr val="2B6BF0">
              <a:alpha val="85000"/>
            </a:srgbClr>
          </a:solidFill>
        </p:spPr>
      </p:sp>
      <p:sp>
        <p:nvSpPr>
          <p:cNvPr id="11" name="Shape 9">
            <a:extLst xmlns:a="http://schemas.openxmlformats.org/drawingml/2006/main">
              <a:ext uri="{FF2B5EF4-FFF2-40B4-BE49-F238E27FC236}">
                <a16:creationId xmlns:a16="http://schemas.microsoft.com/office/drawing/2014/main" id="{2953D02F-23BB-43B6-88C8-BD788D3D3F43}"/>
              </a:ext>
            </a:extLst>
          </p:cNvPr>
          <p:cNvSpPr>
            <a:spLocks xmlns:a="http://schemas.openxmlformats.org/drawingml/2006/main" noGrp="1"/>
          </p:cNvSpPr>
          <p:nvPr/>
        </p:nvSpPr>
        <p:spPr>
          <a:xfrm xmlns:a="http://schemas.openxmlformats.org/drawingml/2006/main" rot="-240000">
            <a:off x="1143000" y="1645920"/>
            <a:ext cx="3703320" cy="219456"/>
          </a:xfrm>
          <a:prstGeom xmlns:a="http://schemas.openxmlformats.org/drawingml/2006/main" prst="roundRect">
            <a:avLst>
              <a:gd name="adj" fmla="val 208333"/>
            </a:avLst>
          </a:prstGeom>
          <a:solidFill xmlns:a="http://schemas.openxmlformats.org/drawingml/2006/main">
            <a:srgbClr val="2196D4">
              <a:alpha val="85000"/>
            </a:srgbClr>
          </a:solidFill>
        </p:spPr>
      </p:sp>
      <p:sp>
        <p:nvSpPr>
          <p:cNvPr id="12" name="Shape 10">
            <a:extLst xmlns:a="http://schemas.openxmlformats.org/drawingml/2006/main">
              <a:ext uri="{FF2B5EF4-FFF2-40B4-BE49-F238E27FC236}">
                <a16:creationId xmlns:a16="http://schemas.microsoft.com/office/drawing/2014/main" id="{6C6ACE79-1466-4F34-A917-7CA143012ADC}"/>
              </a:ext>
            </a:extLst>
          </p:cNvPr>
          <p:cNvSpPr>
            <a:spLocks xmlns:a="http://schemas.openxmlformats.org/drawingml/2006/main" noGrp="1"/>
          </p:cNvSpPr>
          <p:nvPr/>
        </p:nvSpPr>
        <p:spPr>
          <a:xfrm xmlns:a="http://schemas.openxmlformats.org/drawingml/2006/main" rot="-240000">
            <a:off x="731520" y="2103120"/>
            <a:ext cx="2331720" cy="219456"/>
          </a:xfrm>
          <a:prstGeom xmlns:a="http://schemas.openxmlformats.org/drawingml/2006/main" prst="roundRect">
            <a:avLst>
              <a:gd name="adj" fmla="val 208333"/>
            </a:avLst>
          </a:prstGeom>
          <a:solidFill xmlns:a="http://schemas.openxmlformats.org/drawingml/2006/main">
            <a:srgbClr val="1FBBD1">
              <a:alpha val="85000"/>
            </a:srgbClr>
          </a:solidFill>
        </p:spPr>
      </p:sp>
      <p:sp>
        <p:nvSpPr>
          <p:cNvPr id="13" name="Shape 11">
            <a:extLst xmlns:a="http://schemas.openxmlformats.org/drawingml/2006/main">
              <a:ext uri="{FF2B5EF4-FFF2-40B4-BE49-F238E27FC236}">
                <a16:creationId xmlns:a16="http://schemas.microsoft.com/office/drawing/2014/main" id="{C4C1F7C8-2171-4E39-B52C-090418F67254}"/>
              </a:ext>
            </a:extLst>
          </p:cNvPr>
          <p:cNvSpPr>
            <a:spLocks xmlns:a="http://schemas.openxmlformats.org/drawingml/2006/main" noGrp="1"/>
          </p:cNvSpPr>
          <p:nvPr/>
        </p:nvSpPr>
        <p:spPr>
          <a:xfrm xmlns:a="http://schemas.openxmlformats.org/drawingml/2006/main" rot="-240000">
            <a:off x="1965960" y="2267712"/>
            <a:ext cx="3182112" cy="219456"/>
          </a:xfrm>
          <a:prstGeom xmlns:a="http://schemas.openxmlformats.org/drawingml/2006/main" prst="roundRect">
            <a:avLst>
              <a:gd name="adj" fmla="val 208333"/>
            </a:avLst>
          </a:prstGeom>
          <a:solidFill xmlns:a="http://schemas.openxmlformats.org/drawingml/2006/main">
            <a:srgbClr val="3CC98A">
              <a:alpha val="85000"/>
            </a:srgbClr>
          </a:solidFill>
        </p:spPr>
      </p:sp>
      <p:sp>
        <p:nvSpPr>
          <p:cNvPr id="14" name="Shape 12">
            <a:extLst xmlns:a="http://schemas.openxmlformats.org/drawingml/2006/main">
              <a:ext uri="{FF2B5EF4-FFF2-40B4-BE49-F238E27FC236}">
                <a16:creationId xmlns:a16="http://schemas.microsoft.com/office/drawing/2014/main" id="{978B48B1-C437-4BF0-8743-480C6FBD1240}"/>
              </a:ext>
            </a:extLst>
          </p:cNvPr>
          <p:cNvSpPr>
            <a:spLocks xmlns:a="http://schemas.openxmlformats.org/drawingml/2006/main" noGrp="1"/>
          </p:cNvSpPr>
          <p:nvPr/>
        </p:nvSpPr>
        <p:spPr>
          <a:xfrm xmlns:a="http://schemas.openxmlformats.org/drawingml/2006/main" rot="-240000">
            <a:off x="1499616" y="2606040"/>
            <a:ext cx="4087368" cy="219456"/>
          </a:xfrm>
          <a:prstGeom xmlns:a="http://schemas.openxmlformats.org/drawingml/2006/main" prst="roundRect">
            <a:avLst>
              <a:gd name="adj" fmla="val 208333"/>
            </a:avLst>
          </a:prstGeom>
          <a:solidFill xmlns:a="http://schemas.openxmlformats.org/drawingml/2006/main">
            <a:srgbClr val="D2C81A">
              <a:alpha val="85000"/>
            </a:srgbClr>
          </a:solidFill>
        </p:spPr>
      </p:sp>
      <p:sp>
        <p:nvSpPr>
          <p:cNvPr id="15" name="Shape 13">
            <a:extLst xmlns:a="http://schemas.openxmlformats.org/drawingml/2006/main">
              <a:ext uri="{FF2B5EF4-FFF2-40B4-BE49-F238E27FC236}">
                <a16:creationId xmlns:a16="http://schemas.microsoft.com/office/drawing/2014/main" id="{40D7956E-4A64-44D6-81BD-CC2B87E160D4}"/>
              </a:ext>
            </a:extLst>
          </p:cNvPr>
          <p:cNvSpPr>
            <a:spLocks xmlns:a="http://schemas.openxmlformats.org/drawingml/2006/main" noGrp="1"/>
          </p:cNvSpPr>
          <p:nvPr/>
        </p:nvSpPr>
        <p:spPr>
          <a:xfrm xmlns:a="http://schemas.openxmlformats.org/drawingml/2006/main" rot="-240000">
            <a:off x="2633472" y="2907792"/>
            <a:ext cx="2487168" cy="219456"/>
          </a:xfrm>
          <a:prstGeom xmlns:a="http://schemas.openxmlformats.org/drawingml/2006/main" prst="roundRect">
            <a:avLst>
              <a:gd name="adj" fmla="val 208333"/>
            </a:avLst>
          </a:prstGeom>
          <a:solidFill xmlns:a="http://schemas.openxmlformats.org/drawingml/2006/main">
            <a:srgbClr val="F0A500">
              <a:alpha val="85000"/>
            </a:srgbClr>
          </a:solidFill>
        </p:spPr>
      </p:sp>
      <p:sp>
        <p:nvSpPr>
          <p:cNvPr id="16" name="Shape 14">
            <a:extLst xmlns:a="http://schemas.openxmlformats.org/drawingml/2006/main">
              <a:ext uri="{FF2B5EF4-FFF2-40B4-BE49-F238E27FC236}">
                <a16:creationId xmlns:a16="http://schemas.microsoft.com/office/drawing/2014/main" id="{37622E4D-B508-4F22-8F13-27EE4A9DA990}"/>
              </a:ext>
            </a:extLst>
          </p:cNvPr>
          <p:cNvSpPr>
            <a:spLocks xmlns:a="http://schemas.openxmlformats.org/drawingml/2006/main" noGrp="1"/>
          </p:cNvSpPr>
          <p:nvPr/>
        </p:nvSpPr>
        <p:spPr>
          <a:xfrm xmlns:a="http://schemas.openxmlformats.org/drawingml/2006/main" rot="-240000">
            <a:off x="1097280" y="3364992"/>
            <a:ext cx="3493008" cy="219456"/>
          </a:xfrm>
          <a:prstGeom xmlns:a="http://schemas.openxmlformats.org/drawingml/2006/main" prst="roundRect">
            <a:avLst>
              <a:gd name="adj" fmla="val 208333"/>
            </a:avLst>
          </a:prstGeom>
          <a:solidFill xmlns:a="http://schemas.openxmlformats.org/drawingml/2006/main">
            <a:srgbClr val="FF5A1F">
              <a:alpha val="85000"/>
            </a:srgbClr>
          </a:solidFill>
        </p:spPr>
      </p:sp>
      <p:sp>
        <p:nvSpPr>
          <p:cNvPr id="17" name="Shape 15">
            <a:extLst xmlns:a="http://schemas.openxmlformats.org/drawingml/2006/main">
              <a:ext uri="{FF2B5EF4-FFF2-40B4-BE49-F238E27FC236}">
                <a16:creationId xmlns:a16="http://schemas.microsoft.com/office/drawing/2014/main" id="{A7BC7CF0-C668-4CD9-A8E6-E976CF6BEA91}"/>
              </a:ext>
            </a:extLst>
          </p:cNvPr>
          <p:cNvSpPr>
            <a:spLocks xmlns:a="http://schemas.openxmlformats.org/drawingml/2006/main" noGrp="1"/>
          </p:cNvSpPr>
          <p:nvPr/>
        </p:nvSpPr>
        <p:spPr>
          <a:xfrm xmlns:a="http://schemas.openxmlformats.org/drawingml/2006/main" rot="-240000">
            <a:off x="2267712" y="3611880"/>
            <a:ext cx="2139696" cy="219456"/>
          </a:xfrm>
          <a:prstGeom xmlns:a="http://schemas.openxmlformats.org/drawingml/2006/main" prst="roundRect">
            <a:avLst>
              <a:gd name="adj" fmla="val 208333"/>
            </a:avLst>
          </a:prstGeom>
          <a:solidFill xmlns:a="http://schemas.openxmlformats.org/drawingml/2006/main">
            <a:srgbClr val="E63A1A">
              <a:alpha val="85000"/>
            </a:srgbClr>
          </a:solidFill>
        </p:spPr>
      </p:sp>
      <p:pic>
        <p:nvPicPr>
          <p:cNvPr id="56" name="Image 0"/>
          <p:cNvPicPr>
            <a:picLocks xmlns:a="http://schemas.openxmlformats.org/drawingml/2006/main" noChangeAspect="1"/>
          </p:cNvPicPr>
          <p:nvPr/>
        </p:nvPicPr>
        <p:blipFill>
          <a:blip xmlns:r="http://schemas.openxmlformats.org/officeDocument/2006/relationships" xmlns:a="http://schemas.openxmlformats.org/drawingml/2006/main" r:embed="R549016106ebf47c0"/>
          <a:stretch xmlns:a="http://schemas.openxmlformats.org/drawingml/2006/main">
            <a:fillRect l="0" t="0" r="0" b="0"/>
          </a:stretch>
        </p:blipFill>
        <p:spPr>
          <a:xfrm xmlns:a="http://schemas.openxmlformats.org/drawingml/2006/main">
            <a:off x="566928" y="502920"/>
            <a:ext cx="384048" cy="384048"/>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1C33345D-894F-4ED1-B7FB-A4743116F0EA}"/>
              </a:ext>
            </a:extLst>
          </p:cNvPr>
          <p:cNvSpPr>
            <a:spLocks xmlns:a="http://schemas.openxmlformats.org/drawingml/2006/main" noGrp="1"/>
          </p:cNvSpPr>
          <p:nvPr/>
        </p:nvSpPr>
        <p:spPr>
          <a:xfrm xmlns:a="http://schemas.openxmlformats.org/drawingml/2006/main">
            <a:off x="1024128" y="530352"/>
            <a:ext cx="2743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FFFF"/>
                </a:solidFill>
                <a:latin typeface="Arial"/>
                <a:ea typeface="Arial"/>
                <a:cs typeface="Arial"/>
              </a:rPr>
              <a:t>Schedule</a:t>
            </a:r>
            <a:endParaRPr sz="2000"/>
          </a:p>
        </p:txBody>
      </p:sp>
      <p:sp>
        <p:nvSpPr>
          <p:cNvPr id="20" name="Text 17">
            <a:extLst xmlns:a="http://schemas.openxmlformats.org/drawingml/2006/main">
              <a:ext uri="{FF2B5EF4-FFF2-40B4-BE49-F238E27FC236}">
                <a16:creationId xmlns:a16="http://schemas.microsoft.com/office/drawing/2014/main" id="{334B93FE-1B4F-4B30-B0A0-540E1251267A}"/>
              </a:ext>
            </a:extLst>
          </p:cNvPr>
          <p:cNvSpPr>
            <a:spLocks xmlns:a="http://schemas.openxmlformats.org/drawingml/2006/main" noGrp="1"/>
          </p:cNvSpPr>
          <p:nvPr/>
        </p:nvSpPr>
        <p:spPr>
          <a:xfrm xmlns:a="http://schemas.openxmlformats.org/drawingml/2006/main">
            <a:off x="1024128" y="896112"/>
            <a:ext cx="3657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7C8AA0"/>
                </a:solidFill>
                <a:latin typeface="맑은 고딕"/>
                <a:ea typeface="맑은 고딕"/>
                <a:cs typeface="맑은 고딕"/>
              </a:rPr>
              <a:t>냉난방 AS 스케줄 관리</a:t>
            </a:r>
            <a:endParaRPr sz="1000"/>
          </a:p>
        </p:txBody>
      </p:sp>
      <p:sp>
        <p:nvSpPr>
          <p:cNvPr id="21" name="Text 18">
            <a:extLst xmlns:a="http://schemas.openxmlformats.org/drawingml/2006/main">
              <a:ext uri="{FF2B5EF4-FFF2-40B4-BE49-F238E27FC236}">
                <a16:creationId xmlns:a16="http://schemas.microsoft.com/office/drawing/2014/main" id="{EFADDCC3-3C0C-46E1-9CC3-2F7C54FE83FB}"/>
              </a:ext>
            </a:extLst>
          </p:cNvPr>
          <p:cNvSpPr>
            <a:spLocks xmlns:a="http://schemas.openxmlformats.org/drawingml/2006/main" noGrp="1"/>
          </p:cNvSpPr>
          <p:nvPr/>
        </p:nvSpPr>
        <p:spPr>
          <a:xfrm xmlns:a="http://schemas.openxmlformats.org/drawingml/2006/main">
            <a:off x="5852160" y="246888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200" b="1">
                <a:solidFill>
                  <a:srgbClr val="FFFFFF"/>
                </a:solidFill>
                <a:latin typeface="맑은 고딕"/>
                <a:ea typeface="맑은 고딕"/>
                <a:cs typeface="맑은 고딕"/>
              </a:rPr>
              <a:t>들어주셔서</a:t>
            </a:r>
            <a:endParaRPr sz="4200"/>
          </a:p>
        </p:txBody>
      </p:sp>
      <p:sp>
        <p:nvSpPr>
          <p:cNvPr id="22" name="Text 19">
            <a:extLst xmlns:a="http://schemas.openxmlformats.org/drawingml/2006/main">
              <a:ext uri="{FF2B5EF4-FFF2-40B4-BE49-F238E27FC236}">
                <a16:creationId xmlns:a16="http://schemas.microsoft.com/office/drawing/2014/main" id="{3B156EA5-22C9-402D-BAB9-F54B46A66BBF}"/>
              </a:ext>
            </a:extLst>
          </p:cNvPr>
          <p:cNvSpPr>
            <a:spLocks xmlns:a="http://schemas.openxmlformats.org/drawingml/2006/main" noGrp="1"/>
          </p:cNvSpPr>
          <p:nvPr/>
        </p:nvSpPr>
        <p:spPr>
          <a:xfrm xmlns:a="http://schemas.openxmlformats.org/drawingml/2006/main">
            <a:off x="5852160" y="312724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4200" b="1">
                <a:solidFill>
                  <a:srgbClr val="FFFFFF"/>
                </a:solidFill>
                <a:latin typeface="맑은 고딕"/>
                <a:ea typeface="맑은 고딕"/>
                <a:cs typeface="맑은 고딕"/>
              </a:rPr>
              <a:t>감사합니다</a:t>
            </a:r>
            <a:endParaRPr sz="4200"/>
          </a:p>
        </p:txBody>
      </p:sp>
      <p:sp>
        <p:nvSpPr>
          <p:cNvPr id="23" name="Text 20">
            <a:extLst xmlns:a="http://schemas.openxmlformats.org/drawingml/2006/main">
              <a:ext uri="{FF2B5EF4-FFF2-40B4-BE49-F238E27FC236}">
                <a16:creationId xmlns:a16="http://schemas.microsoft.com/office/drawing/2014/main" id="{6DF40E0C-3078-4E97-8477-ED659134BD15}"/>
              </a:ext>
            </a:extLst>
          </p:cNvPr>
          <p:cNvSpPr>
            <a:spLocks xmlns:a="http://schemas.openxmlformats.org/drawingml/2006/main" noGrp="1"/>
          </p:cNvSpPr>
          <p:nvPr/>
        </p:nvSpPr>
        <p:spPr>
          <a:xfrm xmlns:a="http://schemas.openxmlformats.org/drawingml/2006/main">
            <a:off x="5852160" y="3913632"/>
            <a:ext cx="5852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500" b="1" spc="200">
                <a:solidFill>
                  <a:srgbClr val="00B4D8"/>
                </a:solidFill>
                <a:latin typeface="Arial"/>
                <a:ea typeface="Arial"/>
                <a:cs typeface="Arial"/>
              </a:rPr>
              <a:t>Q &amp; A</a:t>
            </a:r>
            <a:endParaRPr sz="1500"/>
          </a:p>
        </p:txBody>
      </p:sp>
      <p:sp>
        <p:nvSpPr>
          <p:cNvPr id="24" name="Shape 21">
            <a:extLst xmlns:a="http://schemas.openxmlformats.org/drawingml/2006/main">
              <a:ext uri="{FF2B5EF4-FFF2-40B4-BE49-F238E27FC236}">
                <a16:creationId xmlns:a16="http://schemas.microsoft.com/office/drawing/2014/main" id="{6B975155-206F-4010-88DE-E9025FD6275B}"/>
              </a:ext>
            </a:extLst>
          </p:cNvPr>
          <p:cNvSpPr>
            <a:spLocks xmlns:a="http://schemas.openxmlformats.org/drawingml/2006/main" noGrp="1"/>
          </p:cNvSpPr>
          <p:nvPr/>
        </p:nvSpPr>
        <p:spPr>
          <a:xfrm xmlns:a="http://schemas.openxmlformats.org/drawingml/2006/main">
            <a:off x="502920" y="5806440"/>
            <a:ext cx="11201400" cy="9144"/>
          </a:xfrm>
          <a:prstGeom xmlns:a="http://schemas.openxmlformats.org/drawingml/2006/main" prst="rect">
            <a:avLst/>
          </a:prstGeom>
          <a:solidFill xmlns:a="http://schemas.openxmlformats.org/drawingml/2006/main">
            <a:srgbClr val="1F2836"/>
          </a:solidFill>
        </p:spPr>
      </p:sp>
      <p:sp>
        <p:nvSpPr>
          <p:cNvPr id="25" name="Text 22">
            <a:extLst xmlns:a="http://schemas.openxmlformats.org/drawingml/2006/main">
              <a:ext uri="{FF2B5EF4-FFF2-40B4-BE49-F238E27FC236}">
                <a16:creationId xmlns:a16="http://schemas.microsoft.com/office/drawing/2014/main" id="{1135FAF9-7A24-47CC-97F2-508CCF306B4A}"/>
              </a:ext>
            </a:extLst>
          </p:cNvPr>
          <p:cNvSpPr>
            <a:spLocks xmlns:a="http://schemas.openxmlformats.org/drawingml/2006/main" noGrp="1"/>
          </p:cNvSpPr>
          <p:nvPr/>
        </p:nvSpPr>
        <p:spPr>
          <a:xfrm xmlns:a="http://schemas.openxmlformats.org/drawingml/2006/main">
            <a:off x="50292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저장소</a:t>
            </a:r>
            <a:endParaRPr sz="950"/>
          </a:p>
        </p:txBody>
      </p:sp>
      <p:sp>
        <p:nvSpPr>
          <p:cNvPr id="26" name="Text 23">
            <a:extLst xmlns:a="http://schemas.openxmlformats.org/drawingml/2006/main">
              <a:ext uri="{FF2B5EF4-FFF2-40B4-BE49-F238E27FC236}">
                <a16:creationId xmlns:a16="http://schemas.microsoft.com/office/drawing/2014/main" id="{376522DE-AFD3-42E9-A54B-CA0095EB71D5}"/>
              </a:ext>
            </a:extLst>
          </p:cNvPr>
          <p:cNvSpPr>
            <a:spLocks xmlns:a="http://schemas.openxmlformats.org/drawingml/2006/main" noGrp="1"/>
          </p:cNvSpPr>
          <p:nvPr/>
        </p:nvSpPr>
        <p:spPr>
          <a:xfrm xmlns:a="http://schemas.openxmlformats.org/drawingml/2006/main">
            <a:off x="502920" y="619963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github.com/ung-Jin/Schedule</a:t>
            </a:r>
            <a:endParaRPr sz="1200"/>
          </a:p>
        </p:txBody>
      </p:sp>
      <p:sp>
        <p:nvSpPr>
          <p:cNvPr id="27" name="Text 24">
            <a:extLst xmlns:a="http://schemas.openxmlformats.org/drawingml/2006/main">
              <a:ext uri="{FF2B5EF4-FFF2-40B4-BE49-F238E27FC236}">
                <a16:creationId xmlns:a16="http://schemas.microsoft.com/office/drawing/2014/main" id="{D23E82FB-DFC3-4024-BBED-833347048289}"/>
              </a:ext>
            </a:extLst>
          </p:cNvPr>
          <p:cNvSpPr>
            <a:spLocks xmlns:a="http://schemas.openxmlformats.org/drawingml/2006/main" noGrp="1"/>
          </p:cNvSpPr>
          <p:nvPr/>
        </p:nvSpPr>
        <p:spPr>
          <a:xfrm xmlns:a="http://schemas.openxmlformats.org/drawingml/2006/main">
            <a:off x="438912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발표자</a:t>
            </a:r>
            <a:endParaRPr sz="950"/>
          </a:p>
        </p:txBody>
      </p:sp>
      <p:sp>
        <p:nvSpPr>
          <p:cNvPr id="28" name="Text 25">
            <a:extLst xmlns:a="http://schemas.openxmlformats.org/drawingml/2006/main">
              <a:ext uri="{FF2B5EF4-FFF2-40B4-BE49-F238E27FC236}">
                <a16:creationId xmlns:a16="http://schemas.microsoft.com/office/drawing/2014/main" id="{1E8AD8CA-6924-4265-90D2-BD7F3A846688}"/>
              </a:ext>
            </a:extLst>
          </p:cNvPr>
          <p:cNvSpPr>
            <a:spLocks xmlns:a="http://schemas.openxmlformats.org/drawingml/2006/main" noGrp="1"/>
          </p:cNvSpPr>
          <p:nvPr/>
        </p:nvSpPr>
        <p:spPr>
          <a:xfrm xmlns:a="http://schemas.openxmlformats.org/drawingml/2006/main">
            <a:off x="4389120" y="6199632"/>
            <a:ext cx="4114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[발표자 입력] · 팀 공동 결과보고</a:t>
            </a:r>
            <a:endParaRPr sz="1200"/>
          </a:p>
        </p:txBody>
      </p:sp>
      <p:sp>
        <p:nvSpPr>
          <p:cNvPr id="29" name="Text 26">
            <a:extLst xmlns:a="http://schemas.openxmlformats.org/drawingml/2006/main">
              <a:ext uri="{FF2B5EF4-FFF2-40B4-BE49-F238E27FC236}">
                <a16:creationId xmlns:a16="http://schemas.microsoft.com/office/drawing/2014/main" id="{1FA819B8-A7CE-4085-A93B-94E1C6D85B7C}"/>
              </a:ext>
            </a:extLst>
          </p:cNvPr>
          <p:cNvSpPr>
            <a:spLocks xmlns:a="http://schemas.openxmlformats.org/drawingml/2006/main" noGrp="1"/>
          </p:cNvSpPr>
          <p:nvPr/>
        </p:nvSpPr>
        <p:spPr>
          <a:xfrm xmlns:a="http://schemas.openxmlformats.org/drawingml/2006/main">
            <a:off x="8595360" y="5989320"/>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100">
                <a:solidFill>
                  <a:srgbClr val="00B4D8"/>
                </a:solidFill>
                <a:latin typeface="맑은 고딕"/>
                <a:ea typeface="맑은 고딕"/>
                <a:cs typeface="맑은 고딕"/>
              </a:rPr>
              <a:t>팀</a:t>
            </a:r>
            <a:endParaRPr sz="950"/>
          </a:p>
        </p:txBody>
      </p:sp>
      <p:sp>
        <p:nvSpPr>
          <p:cNvPr id="30" name="Text 27">
            <a:extLst xmlns:a="http://schemas.openxmlformats.org/drawingml/2006/main">
              <a:ext uri="{FF2B5EF4-FFF2-40B4-BE49-F238E27FC236}">
                <a16:creationId xmlns:a16="http://schemas.microsoft.com/office/drawing/2014/main" id="{4B904A7C-7F61-402E-9267-114C351E6A99}"/>
              </a:ext>
            </a:extLst>
          </p:cNvPr>
          <p:cNvSpPr>
            <a:spLocks xmlns:a="http://schemas.openxmlformats.org/drawingml/2006/main" noGrp="1"/>
          </p:cNvSpPr>
          <p:nvPr/>
        </p:nvSpPr>
        <p:spPr>
          <a:xfrm xmlns:a="http://schemas.openxmlformats.org/drawingml/2006/main">
            <a:off x="8595360" y="6199632"/>
            <a:ext cx="30175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8EDF4"/>
                </a:solidFill>
                <a:latin typeface="맑은 고딕"/>
                <a:ea typeface="맑은 고딕"/>
                <a:cs typeface="맑은 고딕"/>
              </a:rPr>
              <a:t>TEAM [조/팀명 입력] · 4인</a:t>
            </a:r>
            <a:endParaRPr sz="1200"/>
          </a:p>
        </p:txBody>
      </p:sp>
      <p:sp>
        <p:nvSpPr>
          <p:cNvPr id="31" name="Shape 28">
            <a:extLst xmlns:a="http://schemas.openxmlformats.org/drawingml/2006/main">
              <a:ext uri="{FF2B5EF4-FFF2-40B4-BE49-F238E27FC236}">
                <a16:creationId xmlns:a16="http://schemas.microsoft.com/office/drawing/2014/main" id="{167BEB7F-E6B8-4135-95ED-8CBAB1AA6454}"/>
              </a:ext>
            </a:extLst>
          </p:cNvPr>
          <p:cNvSpPr>
            <a:spLocks xmlns:a="http://schemas.openxmlformats.org/drawingml/2006/main" noGrp="1"/>
          </p:cNvSpPr>
          <p:nvPr/>
        </p:nvSpPr>
        <p:spPr>
          <a:xfrm xmlns:a="http://schemas.openxmlformats.org/drawingml/2006/main">
            <a:off x="0" y="6793992"/>
            <a:ext cx="1533106" cy="64008"/>
          </a:xfrm>
          <a:prstGeom xmlns:a="http://schemas.openxmlformats.org/drawingml/2006/main" prst="rect">
            <a:avLst/>
          </a:prstGeom>
          <a:solidFill xmlns:a="http://schemas.openxmlformats.org/drawingml/2006/main">
            <a:srgbClr val="2B6BF0"/>
          </a:solidFill>
        </p:spPr>
      </p:sp>
      <p:sp>
        <p:nvSpPr>
          <p:cNvPr id="32" name="Shape 29">
            <a:extLst xmlns:a="http://schemas.openxmlformats.org/drawingml/2006/main">
              <a:ext uri="{FF2B5EF4-FFF2-40B4-BE49-F238E27FC236}">
                <a16:creationId xmlns:a16="http://schemas.microsoft.com/office/drawing/2014/main" id="{08495B73-40E7-4362-AE5A-D122FF247927}"/>
              </a:ext>
            </a:extLst>
          </p:cNvPr>
          <p:cNvSpPr>
            <a:spLocks xmlns:a="http://schemas.openxmlformats.org/drawingml/2006/main" noGrp="1"/>
          </p:cNvSpPr>
          <p:nvPr/>
        </p:nvSpPr>
        <p:spPr>
          <a:xfrm xmlns:a="http://schemas.openxmlformats.org/drawingml/2006/main">
            <a:off x="1523962" y="6793992"/>
            <a:ext cx="1533106" cy="64008"/>
          </a:xfrm>
          <a:prstGeom xmlns:a="http://schemas.openxmlformats.org/drawingml/2006/main" prst="rect">
            <a:avLst/>
          </a:prstGeom>
          <a:solidFill xmlns:a="http://schemas.openxmlformats.org/drawingml/2006/main">
            <a:srgbClr val="2196D4"/>
          </a:solidFill>
        </p:spPr>
      </p:sp>
      <p:sp>
        <p:nvSpPr>
          <p:cNvPr id="33" name="Shape 30">
            <a:extLst xmlns:a="http://schemas.openxmlformats.org/drawingml/2006/main">
              <a:ext uri="{FF2B5EF4-FFF2-40B4-BE49-F238E27FC236}">
                <a16:creationId xmlns:a16="http://schemas.microsoft.com/office/drawing/2014/main" id="{23FAB4B6-BAD1-4F95-9F82-F2E2946603ED}"/>
              </a:ext>
            </a:extLst>
          </p:cNvPr>
          <p:cNvSpPr>
            <a:spLocks xmlns:a="http://schemas.openxmlformats.org/drawingml/2006/main" noGrp="1"/>
          </p:cNvSpPr>
          <p:nvPr/>
        </p:nvSpPr>
        <p:spPr>
          <a:xfrm xmlns:a="http://schemas.openxmlformats.org/drawingml/2006/main">
            <a:off x="3047924" y="6793992"/>
            <a:ext cx="1533106" cy="64008"/>
          </a:xfrm>
          <a:prstGeom xmlns:a="http://schemas.openxmlformats.org/drawingml/2006/main" prst="rect">
            <a:avLst/>
          </a:prstGeom>
          <a:solidFill xmlns:a="http://schemas.openxmlformats.org/drawingml/2006/main">
            <a:srgbClr val="1FBBD1"/>
          </a:solidFill>
        </p:spPr>
      </p:sp>
      <p:sp>
        <p:nvSpPr>
          <p:cNvPr id="34" name="Shape 31">
            <a:extLst xmlns:a="http://schemas.openxmlformats.org/drawingml/2006/main">
              <a:ext uri="{FF2B5EF4-FFF2-40B4-BE49-F238E27FC236}">
                <a16:creationId xmlns:a16="http://schemas.microsoft.com/office/drawing/2014/main" id="{DBCB386F-F2F0-4B91-BB00-2F8244471F2F}"/>
              </a:ext>
            </a:extLst>
          </p:cNvPr>
          <p:cNvSpPr>
            <a:spLocks xmlns:a="http://schemas.openxmlformats.org/drawingml/2006/main" noGrp="1"/>
          </p:cNvSpPr>
          <p:nvPr/>
        </p:nvSpPr>
        <p:spPr>
          <a:xfrm xmlns:a="http://schemas.openxmlformats.org/drawingml/2006/main">
            <a:off x="4571886" y="6793992"/>
            <a:ext cx="1533106" cy="64008"/>
          </a:xfrm>
          <a:prstGeom xmlns:a="http://schemas.openxmlformats.org/drawingml/2006/main" prst="rect">
            <a:avLst/>
          </a:prstGeom>
          <a:solidFill xmlns:a="http://schemas.openxmlformats.org/drawingml/2006/main">
            <a:srgbClr val="3CC98A"/>
          </a:solidFill>
        </p:spPr>
      </p:sp>
      <p:sp>
        <p:nvSpPr>
          <p:cNvPr id="35" name="Shape 32">
            <a:extLst xmlns:a="http://schemas.openxmlformats.org/drawingml/2006/main">
              <a:ext uri="{FF2B5EF4-FFF2-40B4-BE49-F238E27FC236}">
                <a16:creationId xmlns:a16="http://schemas.microsoft.com/office/drawing/2014/main" id="{31E449F8-6177-405C-AF36-DECF629FD8BD}"/>
              </a:ext>
            </a:extLst>
          </p:cNvPr>
          <p:cNvSpPr>
            <a:spLocks xmlns:a="http://schemas.openxmlformats.org/drawingml/2006/main" noGrp="1"/>
          </p:cNvSpPr>
          <p:nvPr/>
        </p:nvSpPr>
        <p:spPr>
          <a:xfrm xmlns:a="http://schemas.openxmlformats.org/drawingml/2006/main">
            <a:off x="6095848" y="6793992"/>
            <a:ext cx="1533106" cy="64008"/>
          </a:xfrm>
          <a:prstGeom xmlns:a="http://schemas.openxmlformats.org/drawingml/2006/main" prst="rect">
            <a:avLst/>
          </a:prstGeom>
          <a:solidFill xmlns:a="http://schemas.openxmlformats.org/drawingml/2006/main">
            <a:srgbClr val="D2C81A"/>
          </a:solidFill>
        </p:spPr>
      </p:sp>
      <p:sp>
        <p:nvSpPr>
          <p:cNvPr id="36" name="Shape 33">
            <a:extLst xmlns:a="http://schemas.openxmlformats.org/drawingml/2006/main">
              <a:ext uri="{FF2B5EF4-FFF2-40B4-BE49-F238E27FC236}">
                <a16:creationId xmlns:a16="http://schemas.microsoft.com/office/drawing/2014/main" id="{521A9E64-5ACA-4129-941B-4F91EEDA8168}"/>
              </a:ext>
            </a:extLst>
          </p:cNvPr>
          <p:cNvSpPr>
            <a:spLocks xmlns:a="http://schemas.openxmlformats.org/drawingml/2006/main" noGrp="1"/>
          </p:cNvSpPr>
          <p:nvPr/>
        </p:nvSpPr>
        <p:spPr>
          <a:xfrm xmlns:a="http://schemas.openxmlformats.org/drawingml/2006/main">
            <a:off x="7619810" y="6793992"/>
            <a:ext cx="1533106" cy="64008"/>
          </a:xfrm>
          <a:prstGeom xmlns:a="http://schemas.openxmlformats.org/drawingml/2006/main" prst="rect">
            <a:avLst/>
          </a:prstGeom>
          <a:solidFill xmlns:a="http://schemas.openxmlformats.org/drawingml/2006/main">
            <a:srgbClr val="F0A500"/>
          </a:solidFill>
        </p:spPr>
      </p:sp>
      <p:sp>
        <p:nvSpPr>
          <p:cNvPr id="37" name="Shape 34">
            <a:extLst xmlns:a="http://schemas.openxmlformats.org/drawingml/2006/main">
              <a:ext uri="{FF2B5EF4-FFF2-40B4-BE49-F238E27FC236}">
                <a16:creationId xmlns:a16="http://schemas.microsoft.com/office/drawing/2014/main" id="{19D43915-AC8A-42AE-9824-B628EC720B13}"/>
              </a:ext>
            </a:extLst>
          </p:cNvPr>
          <p:cNvSpPr>
            <a:spLocks xmlns:a="http://schemas.openxmlformats.org/drawingml/2006/main" noGrp="1"/>
          </p:cNvSpPr>
          <p:nvPr/>
        </p:nvSpPr>
        <p:spPr>
          <a:xfrm xmlns:a="http://schemas.openxmlformats.org/drawingml/2006/main">
            <a:off x="9143771" y="6793992"/>
            <a:ext cx="1533106" cy="64008"/>
          </a:xfrm>
          <a:prstGeom xmlns:a="http://schemas.openxmlformats.org/drawingml/2006/main" prst="rect">
            <a:avLst/>
          </a:prstGeom>
          <a:solidFill xmlns:a="http://schemas.openxmlformats.org/drawingml/2006/main">
            <a:srgbClr val="FF5A1F"/>
          </a:solidFill>
        </p:spPr>
      </p:sp>
      <p:sp>
        <p:nvSpPr>
          <p:cNvPr id="38" name="Shape 35">
            <a:extLst xmlns:a="http://schemas.openxmlformats.org/drawingml/2006/main">
              <a:ext uri="{FF2B5EF4-FFF2-40B4-BE49-F238E27FC236}">
                <a16:creationId xmlns:a16="http://schemas.microsoft.com/office/drawing/2014/main" id="{D56E9F91-7E12-4C4E-A8A9-75D9A0442E6B}"/>
              </a:ext>
            </a:extLst>
          </p:cNvPr>
          <p:cNvSpPr>
            <a:spLocks xmlns:a="http://schemas.openxmlformats.org/drawingml/2006/main" noGrp="1"/>
          </p:cNvSpPr>
          <p:nvPr/>
        </p:nvSpPr>
        <p:spPr>
          <a:xfrm xmlns:a="http://schemas.openxmlformats.org/drawingml/2006/main">
            <a:off x="10667733" y="6793992"/>
            <a:ext cx="1533106" cy="64008"/>
          </a:xfrm>
          <a:prstGeom xmlns:a="http://schemas.openxmlformats.org/drawingml/2006/main" prst="rect">
            <a:avLst/>
          </a:prstGeom>
          <a:solidFill xmlns:a="http://schemas.openxmlformats.org/drawingml/2006/main">
            <a:srgbClr val="E63A1A"/>
          </a:solidFill>
        </p:spPr>
      </p:sp>
    </p:spTree>
    <p:extLst>
      <p:ext uri="{BB962C8B-B14F-4D97-AF65-F5344CB8AC3E}">
        <p14:creationId xmlns:p14="http://schemas.microsoft.com/office/powerpoint/2010/main" val="148714910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2026-09-15T06:42:39.5720000Z</dcterms:created>
  <dcterms:modified xsi:type="dcterms:W3CDTF">2026-09-15T06:42:39.5720000Z</dcterms:modified>
</coreProperties>
</file>