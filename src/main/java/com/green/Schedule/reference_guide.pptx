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36" r:id="rId2"/>
    <p:sldId id="287" r:id="rId3"/>
    <p:sldId id="289" r:id="rId4"/>
    <p:sldId id="291" r:id="rId5"/>
    <p:sldId id="294" r:id="rId6"/>
    <p:sldId id="333" r:id="rId7"/>
    <p:sldId id="295" r:id="rId8"/>
    <p:sldId id="334" r:id="rId9"/>
    <p:sldId id="337" r:id="rId10"/>
    <p:sldId id="338" r:id="rId11"/>
    <p:sldId id="339" r:id="rId12"/>
    <p:sldId id="340" r:id="rId13"/>
    <p:sldId id="335" r:id="rId14"/>
    <p:sldId id="303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howGuides="1">
      <p:cViewPr varScale="1">
        <p:scale>
          <a:sx n="109" d="100"/>
          <a:sy n="109" d="100"/>
        </p:scale>
        <p:origin x="672" y="10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0D4F4-D202-4046-AC90-B9F2B28A3ACB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CE2B9B3-5839-4633-9DDC-3F88FD05EB1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문단과 질의간</a:t>
          </a:r>
          <a:endParaRPr lang="en-US" altLang="ko-KR" sz="1400" dirty="0"/>
        </a:p>
        <a:p>
          <a:pPr latinLnBrk="1"/>
          <a:r>
            <a:rPr lang="ko-KR" altLang="en-US" sz="1400" dirty="0"/>
            <a:t> 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모델 학습</a:t>
          </a:r>
          <a:r>
            <a:rPr lang="en-US" altLang="ko-KR" sz="1400" dirty="0"/>
            <a:t>)</a:t>
          </a:r>
        </a:p>
      </dgm:t>
    </dgm:pt>
    <dgm:pt modelId="{3352EDB2-1A05-40DB-B30C-CC98DE54BD66}" type="par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F46956F1-8138-4CFE-8639-198587CC3422}" type="sib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36707158-2A7F-4470-8614-D2441D89B8C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신규 질문 입력</a:t>
          </a:r>
        </a:p>
      </dgm:t>
    </dgm:pt>
    <dgm:pt modelId="{4EFA4F70-896C-4CA5-A09B-466B6E504898}" type="par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1A5F8D8-3FE3-4D01-8378-915C11054DA2}" type="sib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5092794-8EB8-4866-8BC4-19AB699FD825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해당 문단 제시</a:t>
          </a:r>
          <a:r>
            <a:rPr lang="en-US" altLang="ko-KR" sz="1400" dirty="0"/>
            <a:t>)</a:t>
          </a:r>
          <a:endParaRPr lang="ko-KR" altLang="en-US" sz="1400" dirty="0"/>
        </a:p>
      </dgm:t>
    </dgm:pt>
    <dgm:pt modelId="{EFEF8832-0B33-43B0-A1C7-D1A8062E965F}" type="par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99B373BD-ED5E-4E00-B551-F4E545897374}" type="sib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C4CC960A-5D7A-4DB8-8237-ABDAA6AF78B8}" type="pres">
      <dgm:prSet presAssocID="{40C0D4F4-D202-4046-AC90-B9F2B28A3ACB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DA340C9-AC86-4436-A9B3-206541B62C7F}" type="pres">
      <dgm:prSet presAssocID="{FCE2B9B3-5839-4633-9DDC-3F88FD05EB1C}" presName="Accent1" presStyleCnt="0"/>
      <dgm:spPr/>
    </dgm:pt>
    <dgm:pt modelId="{A7B6F021-9AEB-45D4-9BAE-06BB7CBFD746}" type="pres">
      <dgm:prSet presAssocID="{FCE2B9B3-5839-4633-9DDC-3F88FD05EB1C}" presName="Accent" presStyleLbl="node1" presStyleIdx="0" presStyleCnt="3"/>
      <dgm:spPr/>
    </dgm:pt>
    <dgm:pt modelId="{547C904A-46B4-45FF-8979-DF14C85D56EE}" type="pres">
      <dgm:prSet presAssocID="{FCE2B9B3-5839-4633-9DDC-3F88FD05EB1C}" presName="Parent1" presStyleLbl="revTx" presStyleIdx="0" presStyleCnt="3" custScaleX="283993" custLinFactX="-28566" custLinFactNeighborX="-100000" custLinFactNeighborY="-46532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5920A26-5F2E-4456-A023-EBCE81E761C6}" type="pres">
      <dgm:prSet presAssocID="{36707158-2A7F-4470-8614-D2441D89B8CC}" presName="Accent2" presStyleCnt="0"/>
      <dgm:spPr/>
    </dgm:pt>
    <dgm:pt modelId="{F05EFFE1-642B-473D-B68D-61BCC1B6F565}" type="pres">
      <dgm:prSet presAssocID="{36707158-2A7F-4470-8614-D2441D89B8CC}" presName="Accent" presStyleLbl="node1" presStyleIdx="1" presStyleCnt="3"/>
      <dgm:spPr/>
    </dgm:pt>
    <dgm:pt modelId="{B9307846-3968-4351-B217-FDF007BAED2E}" type="pres">
      <dgm:prSet presAssocID="{36707158-2A7F-4470-8614-D2441D89B8CC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10C2065-26FA-431E-BD65-750695532E6C}" type="pres">
      <dgm:prSet presAssocID="{95092794-8EB8-4866-8BC4-19AB699FD825}" presName="Accent3" presStyleCnt="0"/>
      <dgm:spPr/>
    </dgm:pt>
    <dgm:pt modelId="{34A81F7B-05B1-4FAA-A8B3-A2B91728F572}" type="pres">
      <dgm:prSet presAssocID="{95092794-8EB8-4866-8BC4-19AB699FD825}" presName="Accent" presStyleLbl="node1" presStyleIdx="2" presStyleCnt="3"/>
      <dgm:spPr/>
    </dgm:pt>
    <dgm:pt modelId="{DDA678BF-1C7B-4ACE-B0E0-9CFC49D0B901}" type="pres">
      <dgm:prSet presAssocID="{95092794-8EB8-4866-8BC4-19AB699FD825}" presName="Parent3" presStyleLbl="revTx" presStyleIdx="2" presStyleCnt="3" custScaleX="214495" custLinFactX="40368" custLinFactNeighborX="100000" custLinFactNeighborY="3188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96906AC7-7F8B-468C-9BD7-C3DABE97B889}" srcId="{40C0D4F4-D202-4046-AC90-B9F2B28A3ACB}" destId="{36707158-2A7F-4470-8614-D2441D89B8CC}" srcOrd="1" destOrd="0" parTransId="{4EFA4F70-896C-4CA5-A09B-466B6E504898}" sibTransId="{91A5F8D8-3FE3-4D01-8378-915C11054DA2}"/>
    <dgm:cxn modelId="{C43DB9C8-C4BC-40EA-B856-FDF33A96E9EE}" srcId="{40C0D4F4-D202-4046-AC90-B9F2B28A3ACB}" destId="{FCE2B9B3-5839-4633-9DDC-3F88FD05EB1C}" srcOrd="0" destOrd="0" parTransId="{3352EDB2-1A05-40DB-B30C-CC98DE54BD66}" sibTransId="{F46956F1-8138-4CFE-8639-198587CC3422}"/>
    <dgm:cxn modelId="{A41C0DDB-9FE0-4BA9-9FF7-35F56BED49CF}" type="presOf" srcId="{40C0D4F4-D202-4046-AC90-B9F2B28A3ACB}" destId="{C4CC960A-5D7A-4DB8-8237-ABDAA6AF78B8}" srcOrd="0" destOrd="0" presId="urn:microsoft.com/office/officeart/2009/layout/CircleArrowProcess"/>
    <dgm:cxn modelId="{2DB76FE0-623A-4CBB-B812-0D199BFBC86A}" type="presOf" srcId="{FCE2B9B3-5839-4633-9DDC-3F88FD05EB1C}" destId="{547C904A-46B4-45FF-8979-DF14C85D56EE}" srcOrd="0" destOrd="0" presId="urn:microsoft.com/office/officeart/2009/layout/CircleArrowProcess"/>
    <dgm:cxn modelId="{DE151355-14E1-452E-A737-D44F39230893}" type="presOf" srcId="{36707158-2A7F-4470-8614-D2441D89B8CC}" destId="{B9307846-3968-4351-B217-FDF007BAED2E}" srcOrd="0" destOrd="0" presId="urn:microsoft.com/office/officeart/2009/layout/CircleArrowProcess"/>
    <dgm:cxn modelId="{019A69F5-93E8-4054-A429-CC05F675103D}" type="presOf" srcId="{95092794-8EB8-4866-8BC4-19AB699FD825}" destId="{DDA678BF-1C7B-4ACE-B0E0-9CFC49D0B901}" srcOrd="0" destOrd="0" presId="urn:microsoft.com/office/officeart/2009/layout/CircleArrowProcess"/>
    <dgm:cxn modelId="{5B9A1BD0-C5F3-4E28-98BA-4E08BB81764E}" srcId="{40C0D4F4-D202-4046-AC90-B9F2B28A3ACB}" destId="{95092794-8EB8-4866-8BC4-19AB699FD825}" srcOrd="2" destOrd="0" parTransId="{EFEF8832-0B33-43B0-A1C7-D1A8062E965F}" sibTransId="{99B373BD-ED5E-4E00-B551-F4E545897374}"/>
    <dgm:cxn modelId="{3B011010-047B-4E98-925B-ADC462542974}" type="presParOf" srcId="{C4CC960A-5D7A-4DB8-8237-ABDAA6AF78B8}" destId="{FDA340C9-AC86-4436-A9B3-206541B62C7F}" srcOrd="0" destOrd="0" presId="urn:microsoft.com/office/officeart/2009/layout/CircleArrowProcess"/>
    <dgm:cxn modelId="{1A53849B-35C7-4C24-B8FB-C5FE567044E0}" type="presParOf" srcId="{FDA340C9-AC86-4436-A9B3-206541B62C7F}" destId="{A7B6F021-9AEB-45D4-9BAE-06BB7CBFD746}" srcOrd="0" destOrd="0" presId="urn:microsoft.com/office/officeart/2009/layout/CircleArrowProcess"/>
    <dgm:cxn modelId="{28183D85-2E51-4F49-B39C-48359D75C129}" type="presParOf" srcId="{C4CC960A-5D7A-4DB8-8237-ABDAA6AF78B8}" destId="{547C904A-46B4-45FF-8979-DF14C85D56EE}" srcOrd="1" destOrd="0" presId="urn:microsoft.com/office/officeart/2009/layout/CircleArrowProcess"/>
    <dgm:cxn modelId="{FA106E21-01CA-4E8C-8A7D-746C76396809}" type="presParOf" srcId="{C4CC960A-5D7A-4DB8-8237-ABDAA6AF78B8}" destId="{45920A26-5F2E-4456-A023-EBCE81E761C6}" srcOrd="2" destOrd="0" presId="urn:microsoft.com/office/officeart/2009/layout/CircleArrowProcess"/>
    <dgm:cxn modelId="{7B44915F-0693-4D80-A17E-5707674A99CA}" type="presParOf" srcId="{45920A26-5F2E-4456-A023-EBCE81E761C6}" destId="{F05EFFE1-642B-473D-B68D-61BCC1B6F565}" srcOrd="0" destOrd="0" presId="urn:microsoft.com/office/officeart/2009/layout/CircleArrowProcess"/>
    <dgm:cxn modelId="{CB880C79-394E-4719-9454-6FBABFE16A97}" type="presParOf" srcId="{C4CC960A-5D7A-4DB8-8237-ABDAA6AF78B8}" destId="{B9307846-3968-4351-B217-FDF007BAED2E}" srcOrd="3" destOrd="0" presId="urn:microsoft.com/office/officeart/2009/layout/CircleArrowProcess"/>
    <dgm:cxn modelId="{561555E9-CFF9-4E7D-BAC9-FBABA6DCCDD2}" type="presParOf" srcId="{C4CC960A-5D7A-4DB8-8237-ABDAA6AF78B8}" destId="{C10C2065-26FA-431E-BD65-750695532E6C}" srcOrd="4" destOrd="0" presId="urn:microsoft.com/office/officeart/2009/layout/CircleArrowProcess"/>
    <dgm:cxn modelId="{678BB4B0-24FB-44A5-9EAF-C40D2D6DFB7D}" type="presParOf" srcId="{C10C2065-26FA-431E-BD65-750695532E6C}" destId="{34A81F7B-05B1-4FAA-A8B3-A2B91728F572}" srcOrd="0" destOrd="0" presId="urn:microsoft.com/office/officeart/2009/layout/CircleArrowProcess"/>
    <dgm:cxn modelId="{B2082703-A20E-4012-A52D-5005BFC5F4AC}" type="presParOf" srcId="{C4CC960A-5D7A-4DB8-8237-ABDAA6AF78B8}" destId="{DDA678BF-1C7B-4ACE-B0E0-9CFC49D0B90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6F021-9AEB-45D4-9BAE-06BB7CBFD746}">
      <dsp:nvSpPr>
        <dsp:cNvPr id="0" name=""/>
        <dsp:cNvSpPr/>
      </dsp:nvSpPr>
      <dsp:spPr>
        <a:xfrm>
          <a:off x="2404255" y="0"/>
          <a:ext cx="1748155" cy="174842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C904A-46B4-45FF-8979-DF14C85D56EE}">
      <dsp:nvSpPr>
        <dsp:cNvPr id="0" name=""/>
        <dsp:cNvSpPr/>
      </dsp:nvSpPr>
      <dsp:spPr>
        <a:xfrm>
          <a:off x="648075" y="405277"/>
          <a:ext cx="2758754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문단과 질의간</a:t>
          </a:r>
          <a:endParaRPr lang="en-US" altLang="ko-KR" sz="1400" kern="1200" dirty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 유사도 측정</a:t>
          </a:r>
          <a:endParaRPr lang="en-US" altLang="ko-KR" sz="1400" kern="1200" dirty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kern="1200" dirty="0"/>
            <a:t>(</a:t>
          </a:r>
          <a:r>
            <a:rPr lang="ko-KR" altLang="en-US" sz="1400" kern="1200" dirty="0"/>
            <a:t>모델 학습</a:t>
          </a:r>
          <a:r>
            <a:rPr lang="en-US" altLang="ko-KR" sz="1400" kern="1200" dirty="0"/>
            <a:t>)</a:t>
          </a:r>
        </a:p>
      </dsp:txBody>
      <dsp:txXfrm>
        <a:off x="648075" y="405277"/>
        <a:ext cx="2758754" cy="485591"/>
      </dsp:txXfrm>
    </dsp:sp>
    <dsp:sp modelId="{F05EFFE1-642B-473D-B68D-61BCC1B6F565}">
      <dsp:nvSpPr>
        <dsp:cNvPr id="0" name=""/>
        <dsp:cNvSpPr/>
      </dsp:nvSpPr>
      <dsp:spPr>
        <a:xfrm>
          <a:off x="1918711" y="1004597"/>
          <a:ext cx="1748155" cy="174842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7846-3968-4351-B217-FDF007BAED2E}">
      <dsp:nvSpPr>
        <dsp:cNvPr id="0" name=""/>
        <dsp:cNvSpPr/>
      </dsp:nvSpPr>
      <dsp:spPr>
        <a:xfrm>
          <a:off x="2307081" y="1641642"/>
          <a:ext cx="971416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신규 질문 입력</a:t>
          </a:r>
        </a:p>
      </dsp:txBody>
      <dsp:txXfrm>
        <a:off x="2307081" y="1641642"/>
        <a:ext cx="971416" cy="485591"/>
      </dsp:txXfrm>
    </dsp:sp>
    <dsp:sp modelId="{34A81F7B-05B1-4FAA-A8B3-A2B91728F572}">
      <dsp:nvSpPr>
        <dsp:cNvPr id="0" name=""/>
        <dsp:cNvSpPr/>
      </dsp:nvSpPr>
      <dsp:spPr>
        <a:xfrm>
          <a:off x="2528678" y="2129413"/>
          <a:ext cx="1501936" cy="150253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678BF-1C7B-4ACE-B0E0-9CFC49D0B901}">
      <dsp:nvSpPr>
        <dsp:cNvPr id="0" name=""/>
        <dsp:cNvSpPr/>
      </dsp:nvSpPr>
      <dsp:spPr>
        <a:xfrm>
          <a:off x="3600400" y="2808310"/>
          <a:ext cx="2083639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/>
            <a:t>유사도 측정</a:t>
          </a:r>
          <a:endParaRPr lang="en-US" altLang="ko-KR" sz="1400" kern="1200" dirty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kern="1200" dirty="0"/>
            <a:t>(</a:t>
          </a:r>
          <a:r>
            <a:rPr lang="ko-KR" altLang="en-US" sz="1400" kern="1200" dirty="0"/>
            <a:t>해당 문단 제시</a:t>
          </a:r>
          <a:r>
            <a:rPr lang="en-US" altLang="ko-KR" sz="1400" kern="1200" dirty="0"/>
            <a:t>)</a:t>
          </a:r>
          <a:endParaRPr lang="ko-KR" altLang="en-US" sz="1400" kern="1200" dirty="0"/>
        </a:p>
      </dsp:txBody>
      <dsp:txXfrm>
        <a:off x="3600400" y="2808310"/>
        <a:ext cx="2083639" cy="485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74002-0C6E-4A9E-AC6A-FC4968BB1D5B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1DB28-8233-4193-BA1D-20CD06E7A6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52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1DB28-8233-4193-BA1D-20CD06E7A6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490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간트차트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1DB28-8233-4193-BA1D-20CD06E7A6D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158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2025-05-29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.svg"/><Relationship Id="rId18" Type="http://schemas.openxmlformats.org/officeDocument/2006/relationships/image" Target="../media/image9.png"/><Relationship Id="rId26" Type="http://schemas.openxmlformats.org/officeDocument/2006/relationships/hyperlink" Target="https://youtu.be/NhJKzqVbwXo" TargetMode="External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12.png"/><Relationship Id="rId5" Type="http://schemas.openxmlformats.org/officeDocument/2006/relationships/image" Target="../media/image2.pn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10" Type="http://schemas.openxmlformats.org/officeDocument/2006/relationships/image" Target="../media/image5.pn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hyperlink" Target="https://youtu.be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sv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23.png"/><Relationship Id="rId18" Type="http://schemas.openxmlformats.org/officeDocument/2006/relationships/image" Target="../media/image47.svg"/><Relationship Id="rId3" Type="http://schemas.openxmlformats.org/officeDocument/2006/relationships/image" Target="../media/image32.svg"/><Relationship Id="rId7" Type="http://schemas.openxmlformats.org/officeDocument/2006/relationships/image" Target="../media/image20.png"/><Relationship Id="rId12" Type="http://schemas.openxmlformats.org/officeDocument/2006/relationships/image" Target="../media/image41.svg"/><Relationship Id="rId17" Type="http://schemas.openxmlformats.org/officeDocument/2006/relationships/image" Target="../media/image25.png"/><Relationship Id="rId2" Type="http://schemas.openxmlformats.org/officeDocument/2006/relationships/image" Target="../media/image17.png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34.svg"/><Relationship Id="rId15" Type="http://schemas.openxmlformats.org/officeDocument/2006/relationships/image" Target="../media/image24.png"/><Relationship Id="rId10" Type="http://schemas.openxmlformats.org/officeDocument/2006/relationships/image" Target="../media/image39.svg"/><Relationship Id="rId4" Type="http://schemas.openxmlformats.org/officeDocument/2006/relationships/image" Target="../media/image18.png"/><Relationship Id="rId9" Type="http://schemas.openxmlformats.org/officeDocument/2006/relationships/image" Target="../media/image21.png"/><Relationship Id="rId14" Type="http://schemas.openxmlformats.org/officeDocument/2006/relationships/image" Target="../media/image4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57.svg"/><Relationship Id="rId18" Type="http://schemas.openxmlformats.org/officeDocument/2006/relationships/image" Target="../media/image7.png"/><Relationship Id="rId3" Type="http://schemas.openxmlformats.org/officeDocument/2006/relationships/image" Target="../media/image32.svg"/><Relationship Id="rId21" Type="http://schemas.openxmlformats.org/officeDocument/2006/relationships/image" Target="../media/image59.svg"/><Relationship Id="rId7" Type="http://schemas.openxmlformats.org/officeDocument/2006/relationships/image" Target="../media/image51.svg"/><Relationship Id="rId12" Type="http://schemas.openxmlformats.org/officeDocument/2006/relationships/image" Target="../media/image30.png"/><Relationship Id="rId17" Type="http://schemas.openxmlformats.org/officeDocument/2006/relationships/image" Target="../media/image11.svg"/><Relationship Id="rId2" Type="http://schemas.openxmlformats.org/officeDocument/2006/relationships/image" Target="../media/image17.png"/><Relationship Id="rId16" Type="http://schemas.openxmlformats.org/officeDocument/2006/relationships/image" Target="../media/image6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11" Type="http://schemas.openxmlformats.org/officeDocument/2006/relationships/image" Target="../media/image55.svg"/><Relationship Id="rId5" Type="http://schemas.openxmlformats.org/officeDocument/2006/relationships/image" Target="../media/image49.svg"/><Relationship Id="rId15" Type="http://schemas.openxmlformats.org/officeDocument/2006/relationships/image" Target="../media/image9.svg"/><Relationship Id="rId10" Type="http://schemas.openxmlformats.org/officeDocument/2006/relationships/image" Target="../media/image29.png"/><Relationship Id="rId19" Type="http://schemas.openxmlformats.org/officeDocument/2006/relationships/image" Target="../media/image13.svg"/><Relationship Id="rId4" Type="http://schemas.openxmlformats.org/officeDocument/2006/relationships/image" Target="../media/image26.png"/><Relationship Id="rId9" Type="http://schemas.openxmlformats.org/officeDocument/2006/relationships/image" Target="../media/image53.svg"/><Relationship Id="rId1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38.png"/><Relationship Id="rId18" Type="http://schemas.openxmlformats.org/officeDocument/2006/relationships/image" Target="../media/image32.svg"/><Relationship Id="rId3" Type="http://schemas.openxmlformats.org/officeDocument/2006/relationships/image" Target="../media/image61.svg"/><Relationship Id="rId21" Type="http://schemas.openxmlformats.org/officeDocument/2006/relationships/image" Target="../media/image41.png"/><Relationship Id="rId7" Type="http://schemas.openxmlformats.org/officeDocument/2006/relationships/image" Target="../media/image35.png"/><Relationship Id="rId12" Type="http://schemas.openxmlformats.org/officeDocument/2006/relationships/image" Target="../media/image70.svg"/><Relationship Id="rId17" Type="http://schemas.openxmlformats.org/officeDocument/2006/relationships/image" Target="../media/image17.png"/><Relationship Id="rId2" Type="http://schemas.openxmlformats.org/officeDocument/2006/relationships/image" Target="../media/image32.png"/><Relationship Id="rId16" Type="http://schemas.openxmlformats.org/officeDocument/2006/relationships/image" Target="../media/image74.svg"/><Relationship Id="rId20" Type="http://schemas.openxmlformats.org/officeDocument/2006/relationships/image" Target="../media/image7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5" Type="http://schemas.openxmlformats.org/officeDocument/2006/relationships/image" Target="../media/image39.png"/><Relationship Id="rId23" Type="http://schemas.openxmlformats.org/officeDocument/2006/relationships/image" Target="../media/image37.svg"/><Relationship Id="rId10" Type="http://schemas.openxmlformats.org/officeDocument/2006/relationships/image" Target="../media/image68.svg"/><Relationship Id="rId19" Type="http://schemas.openxmlformats.org/officeDocument/2006/relationships/image" Target="../media/image40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Relationship Id="rId14" Type="http://schemas.openxmlformats.org/officeDocument/2006/relationships/image" Target="../media/image72.svg"/><Relationship Id="rId22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13" Type="http://schemas.openxmlformats.org/officeDocument/2006/relationships/image" Target="../media/image45.png"/><Relationship Id="rId18" Type="http://schemas.openxmlformats.org/officeDocument/2006/relationships/image" Target="../media/image89.svg"/><Relationship Id="rId26" Type="http://schemas.openxmlformats.org/officeDocument/2006/relationships/image" Target="../media/image35.png"/><Relationship Id="rId3" Type="http://schemas.openxmlformats.org/officeDocument/2006/relationships/image" Target="../media/image61.svg"/><Relationship Id="rId21" Type="http://schemas.openxmlformats.org/officeDocument/2006/relationships/image" Target="../media/image49.png"/><Relationship Id="rId7" Type="http://schemas.openxmlformats.org/officeDocument/2006/relationships/image" Target="../media/image42.png"/><Relationship Id="rId12" Type="http://schemas.openxmlformats.org/officeDocument/2006/relationships/image" Target="../media/image83.svg"/><Relationship Id="rId17" Type="http://schemas.openxmlformats.org/officeDocument/2006/relationships/image" Target="../media/image47.png"/><Relationship Id="rId25" Type="http://schemas.openxmlformats.org/officeDocument/2006/relationships/image" Target="../media/image37.svg"/><Relationship Id="rId2" Type="http://schemas.openxmlformats.org/officeDocument/2006/relationships/image" Target="../media/image32.png"/><Relationship Id="rId16" Type="http://schemas.openxmlformats.org/officeDocument/2006/relationships/image" Target="../media/image87.svg"/><Relationship Id="rId20" Type="http://schemas.openxmlformats.org/officeDocument/2006/relationships/image" Target="../media/image91.svg"/><Relationship Id="rId29" Type="http://schemas.openxmlformats.org/officeDocument/2006/relationships/image" Target="../media/image9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11" Type="http://schemas.openxmlformats.org/officeDocument/2006/relationships/image" Target="../media/image44.png"/><Relationship Id="rId24" Type="http://schemas.openxmlformats.org/officeDocument/2006/relationships/image" Target="../media/image20.png"/><Relationship Id="rId5" Type="http://schemas.openxmlformats.org/officeDocument/2006/relationships/image" Target="../media/image34.png"/><Relationship Id="rId15" Type="http://schemas.openxmlformats.org/officeDocument/2006/relationships/image" Target="../media/image46.png"/><Relationship Id="rId23" Type="http://schemas.openxmlformats.org/officeDocument/2006/relationships/image" Target="../media/image41.png"/><Relationship Id="rId28" Type="http://schemas.openxmlformats.org/officeDocument/2006/relationships/image" Target="../media/image50.png"/><Relationship Id="rId10" Type="http://schemas.openxmlformats.org/officeDocument/2006/relationships/image" Target="../media/image81.sv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43.png"/><Relationship Id="rId14" Type="http://schemas.openxmlformats.org/officeDocument/2006/relationships/image" Target="../media/image85.svg"/><Relationship Id="rId22" Type="http://schemas.openxmlformats.org/officeDocument/2006/relationships/image" Target="../media/image93.svg"/><Relationship Id="rId27" Type="http://schemas.openxmlformats.org/officeDocument/2006/relationships/image" Target="../media/image6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svg"/><Relationship Id="rId13" Type="http://schemas.openxmlformats.org/officeDocument/2006/relationships/image" Target="../media/image52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2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svg"/><Relationship Id="rId11" Type="http://schemas.openxmlformats.org/officeDocument/2006/relationships/image" Target="../media/image20.png"/><Relationship Id="rId5" Type="http://schemas.openxmlformats.org/officeDocument/2006/relationships/image" Target="../media/image51.png"/><Relationship Id="rId15" Type="http://schemas.openxmlformats.org/officeDocument/2006/relationships/image" Target="../media/image53.png"/><Relationship Id="rId10" Type="http://schemas.openxmlformats.org/officeDocument/2006/relationships/image" Target="../media/image41.png"/><Relationship Id="rId4" Type="http://schemas.openxmlformats.org/officeDocument/2006/relationships/image" Target="../media/image61.svg"/><Relationship Id="rId9" Type="http://schemas.openxmlformats.org/officeDocument/2006/relationships/image" Target="../media/image33.png"/><Relationship Id="rId14" Type="http://schemas.openxmlformats.org/officeDocument/2006/relationships/image" Target="../media/image10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13" Type="http://schemas.openxmlformats.org/officeDocument/2006/relationships/image" Target="../media/image56.png"/><Relationship Id="rId3" Type="http://schemas.openxmlformats.org/officeDocument/2006/relationships/image" Target="../media/image61.svg"/><Relationship Id="rId7" Type="http://schemas.openxmlformats.org/officeDocument/2006/relationships/image" Target="../media/image34.png"/><Relationship Id="rId12" Type="http://schemas.openxmlformats.org/officeDocument/2006/relationships/image" Target="../media/image13.svg"/><Relationship Id="rId17" Type="http://schemas.openxmlformats.org/officeDocument/2006/relationships/image" Target="../media/image37.svg"/><Relationship Id="rId2" Type="http://schemas.openxmlformats.org/officeDocument/2006/relationships/image" Target="../media/image32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11" Type="http://schemas.openxmlformats.org/officeDocument/2006/relationships/image" Target="../media/image7.png"/><Relationship Id="rId5" Type="http://schemas.openxmlformats.org/officeDocument/2006/relationships/image" Target="../media/image104.svg"/><Relationship Id="rId15" Type="http://schemas.openxmlformats.org/officeDocument/2006/relationships/image" Target="../media/image41.png"/><Relationship Id="rId10" Type="http://schemas.openxmlformats.org/officeDocument/2006/relationships/image" Target="../media/image107.svg"/><Relationship Id="rId4" Type="http://schemas.openxmlformats.org/officeDocument/2006/relationships/image" Target="../media/image54.png"/><Relationship Id="rId9" Type="http://schemas.openxmlformats.org/officeDocument/2006/relationships/image" Target="../media/image55.png"/><Relationship Id="rId14" Type="http://schemas.openxmlformats.org/officeDocument/2006/relationships/image" Target="../media/image10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12" Type="http://schemas.openxmlformats.org/officeDocument/2006/relationships/image" Target="../media/image6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60.png"/><Relationship Id="rId5" Type="http://schemas.openxmlformats.org/officeDocument/2006/relationships/image" Target="../media/image41.png"/><Relationship Id="rId10" Type="http://schemas.openxmlformats.org/officeDocument/2006/relationships/image" Target="../media/image59.png"/><Relationship Id="rId4" Type="http://schemas.openxmlformats.org/officeDocument/2006/relationships/image" Target="../media/image33.png"/><Relationship Id="rId9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12" Type="http://schemas.microsoft.com/office/2007/relationships/diagramDrawing" Target="../diagrams/drawing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41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3.png"/><Relationship Id="rId9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41.png"/><Relationship Id="rId4" Type="http://schemas.openxmlformats.org/officeDocument/2006/relationships/image" Target="../media/image33.png"/><Relationship Id="rId9" Type="http://schemas.openxmlformats.org/officeDocument/2006/relationships/image" Target="../media/image6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41.png"/><Relationship Id="rId4" Type="http://schemas.openxmlformats.org/officeDocument/2006/relationships/image" Target="../media/image33.png"/><Relationship Id="rId9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41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svg"/><Relationship Id="rId3" Type="http://schemas.openxmlformats.org/officeDocument/2006/relationships/image" Target="../media/image61.svg"/><Relationship Id="rId7" Type="http://schemas.openxmlformats.org/officeDocument/2006/relationships/image" Target="../media/image122.svg"/><Relationship Id="rId12" Type="http://schemas.openxmlformats.org/officeDocument/2006/relationships/image" Target="../media/image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11" Type="http://schemas.openxmlformats.org/officeDocument/2006/relationships/image" Target="../media/image41.png"/><Relationship Id="rId5" Type="http://schemas.openxmlformats.org/officeDocument/2006/relationships/image" Target="../media/image120.svg"/><Relationship Id="rId10" Type="http://schemas.openxmlformats.org/officeDocument/2006/relationships/image" Target="../media/image124.svg"/><Relationship Id="rId4" Type="http://schemas.openxmlformats.org/officeDocument/2006/relationships/image" Target="../media/image66.png"/><Relationship Id="rId9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E201531-E415-73FA-6C15-A093B272CF02}"/>
              </a:ext>
            </a:extLst>
          </p:cNvPr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20CEB42D-27A7-01E0-8C72-1940C197DA31}"/>
                </a:ext>
              </a:extLst>
            </p:cNvPr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name="adj1" fmla="val 8239"/>
                <a:gd name="adj2" fmla="val 0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50000"/>
                  </a:srgbClr>
                </a:gs>
              </a:gsLst>
              <a:lin ang="16200000" scaled="1"/>
            </a:gradFill>
            <a:ln w="12261" cap="flat">
              <a:noFill/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020429F-1416-5903-8511-22F8E7B515CA}"/>
                </a:ext>
              </a:extLst>
            </p:cNvPr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pic>
          <p:nvPicPr>
            <p:cNvPr id="10" name="그래픽 39">
              <a:extLst>
                <a:ext uri="{FF2B5EF4-FFF2-40B4-BE49-F238E27FC236}">
                  <a16:creationId xmlns:a16="http://schemas.microsoft.com/office/drawing/2014/main" id="{941ADA50-64C2-37EE-C27F-C97C25EA3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</p:spPr>
        </p:pic>
        <p:pic>
          <p:nvPicPr>
            <p:cNvPr id="16" name="그래픽 57">
              <a:extLst>
                <a:ext uri="{FF2B5EF4-FFF2-40B4-BE49-F238E27FC236}">
                  <a16:creationId xmlns:a16="http://schemas.microsoft.com/office/drawing/2014/main" id="{5776C62F-FC39-30A5-8C05-0EA4976C7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8282" y="4699746"/>
              <a:ext cx="513759" cy="513759"/>
            </a:xfrm>
            <a:prstGeom prst="rect">
              <a:avLst/>
            </a:prstGeom>
          </p:spPr>
        </p:pic>
      </p:grpSp>
      <p:pic>
        <p:nvPicPr>
          <p:cNvPr id="5" name="그림 4" descr="노트북, 컴퓨터, 의류, 사람이(가) 표시된 사진&#10;&#10;자동 생성된 설명">
            <a:extLst>
              <a:ext uri="{FF2B5EF4-FFF2-40B4-BE49-F238E27FC236}">
                <a16:creationId xmlns:a16="http://schemas.microsoft.com/office/drawing/2014/main" id="{65866456-3A04-FF02-3B68-1DDA24DD41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3" y="2852936"/>
            <a:ext cx="6272386" cy="3816424"/>
          </a:xfrm>
          <a:prstGeom prst="rect">
            <a:avLst/>
          </a:prstGeom>
        </p:spPr>
      </p:pic>
      <p:pic>
        <p:nvPicPr>
          <p:cNvPr id="28" name="그래픽 67">
            <a:extLst>
              <a:ext uri="{FF2B5EF4-FFF2-40B4-BE49-F238E27FC236}">
                <a16:creationId xmlns:a16="http://schemas.microsoft.com/office/drawing/2014/main" id="{80C07BB0-31E5-6486-268B-B1E3D500D9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32004" y="3739512"/>
            <a:ext cx="104775" cy="76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7BE0201-4E19-4F17-880B-68EB902B69A3}"/>
              </a:ext>
            </a:extLst>
          </p:cNvPr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/>
              <a:t>(PPT </a:t>
            </a:r>
            <a:r>
              <a:rPr lang="ko-KR" altLang="en-US" sz="2400" b="1" dirty="0"/>
              <a:t>작성 시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아래 경로에 등록된 </a:t>
            </a:r>
            <a:endParaRPr lang="en-US" altLang="ko-KR" sz="2400" b="1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[</a:t>
            </a:r>
            <a:r>
              <a:rPr lang="ko-KR" altLang="en-US" sz="2400" b="1" dirty="0"/>
              <a:t>작성가이드 </a:t>
            </a:r>
            <a:r>
              <a:rPr lang="en-US" altLang="ko-KR" sz="2400" b="1" dirty="0"/>
              <a:t>2. </a:t>
            </a:r>
            <a:r>
              <a:rPr lang="ko-KR" altLang="en-US" sz="2400" b="1" dirty="0"/>
              <a:t>팀별 프로젝트 결과보고서</a:t>
            </a:r>
            <a:r>
              <a:rPr lang="en-US" altLang="ko-KR" sz="2400" b="1" dirty="0"/>
              <a:t>]</a:t>
            </a:r>
          </a:p>
          <a:p>
            <a:pPr>
              <a:lnSpc>
                <a:spcPct val="200000"/>
              </a:lnSpc>
            </a:pPr>
            <a:r>
              <a:rPr lang="ko-KR" altLang="en-US" sz="2400" b="1" dirty="0"/>
              <a:t>영상을 참고하여 작성하세요</a:t>
            </a:r>
            <a:r>
              <a:rPr lang="en-US" altLang="ko-KR" sz="2400" b="1" dirty="0"/>
              <a:t>!</a:t>
            </a:r>
            <a:r>
              <a:rPr lang="ko-KR" altLang="en-US" sz="2400" b="1" dirty="0"/>
              <a:t>     </a:t>
            </a:r>
            <a:endParaRPr lang="ko-KR" altLang="en-US" sz="2400" dirty="0"/>
          </a:p>
        </p:txBody>
      </p:sp>
      <p:pic>
        <p:nvPicPr>
          <p:cNvPr id="33" name="그래픽 32">
            <a:extLst>
              <a:ext uri="{FF2B5EF4-FFF2-40B4-BE49-F238E27FC236}">
                <a16:creationId xmlns:a16="http://schemas.microsoft.com/office/drawing/2014/main" id="{605BBCBF-7F86-424E-B6F1-1163FB3CA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7575" y="1114901"/>
            <a:ext cx="231912" cy="231912"/>
          </a:xfrm>
          <a:prstGeom prst="rect">
            <a:avLst/>
          </a:prstGeom>
        </p:spPr>
      </p:pic>
      <p:pic>
        <p:nvPicPr>
          <p:cNvPr id="34" name="그래픽 33">
            <a:extLst>
              <a:ext uri="{FF2B5EF4-FFF2-40B4-BE49-F238E27FC236}">
                <a16:creationId xmlns:a16="http://schemas.microsoft.com/office/drawing/2014/main" id="{1ED7A898-AC55-42A7-BBAA-5FB146DCA9F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31472" y="5970452"/>
            <a:ext cx="106965" cy="106965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63769094-2B28-4CF3-87D3-E86DAFE87C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70411" y="3333846"/>
            <a:ext cx="320555" cy="320555"/>
          </a:xfrm>
          <a:prstGeom prst="rect">
            <a:avLst/>
          </a:prstGeom>
        </p:spPr>
      </p:pic>
      <p:pic>
        <p:nvPicPr>
          <p:cNvPr id="36" name="그래픽 39">
            <a:extLst>
              <a:ext uri="{FF2B5EF4-FFF2-40B4-BE49-F238E27FC236}">
                <a16:creationId xmlns:a16="http://schemas.microsoft.com/office/drawing/2014/main" id="{941ADA50-64C2-37EE-C27F-C97C25EA3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657" y="3051749"/>
            <a:ext cx="190500" cy="266700"/>
          </a:xfrm>
          <a:prstGeom prst="rect">
            <a:avLst/>
          </a:prstGeom>
        </p:spPr>
      </p:pic>
      <p:pic>
        <p:nvPicPr>
          <p:cNvPr id="37" name="그래픽 41">
            <a:extLst>
              <a:ext uri="{FF2B5EF4-FFF2-40B4-BE49-F238E27FC236}">
                <a16:creationId xmlns:a16="http://schemas.microsoft.com/office/drawing/2014/main" id="{C059AD3E-9512-40E4-B4F1-8EC2B01947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35731" y="4683554"/>
            <a:ext cx="459767" cy="437634"/>
          </a:xfrm>
          <a:prstGeom prst="rect">
            <a:avLst/>
          </a:prstGeom>
        </p:spPr>
      </p:pic>
      <p:pic>
        <p:nvPicPr>
          <p:cNvPr id="40" name="그래픽 296">
            <a:extLst>
              <a:ext uri="{FF2B5EF4-FFF2-40B4-BE49-F238E27FC236}">
                <a16:creationId xmlns:a16="http://schemas.microsoft.com/office/drawing/2014/main" id="{0D93E5BE-BF5F-A52F-20A6-B017D69DC82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51618" y="692696"/>
            <a:ext cx="955324" cy="955324"/>
          </a:xfrm>
          <a:prstGeom prst="rect">
            <a:avLst/>
          </a:prstGeom>
        </p:spPr>
      </p:pic>
      <p:pic>
        <p:nvPicPr>
          <p:cNvPr id="41" name="그래픽 298">
            <a:extLst>
              <a:ext uri="{FF2B5EF4-FFF2-40B4-BE49-F238E27FC236}">
                <a16:creationId xmlns:a16="http://schemas.microsoft.com/office/drawing/2014/main" id="{2D3ECE42-9946-304E-ADC9-553BD8A99CD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26450" y="2232252"/>
            <a:ext cx="361822" cy="361822"/>
          </a:xfrm>
          <a:prstGeom prst="rect">
            <a:avLst/>
          </a:prstGeom>
        </p:spPr>
      </p:pic>
      <p:pic>
        <p:nvPicPr>
          <p:cNvPr id="42" name="그래픽 125">
            <a:extLst>
              <a:ext uri="{FF2B5EF4-FFF2-40B4-BE49-F238E27FC236}">
                <a16:creationId xmlns:a16="http://schemas.microsoft.com/office/drawing/2014/main" id="{306708EC-43B1-1FD4-1B3C-80EAE278923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2553974">
            <a:off x="10881716" y="4218190"/>
            <a:ext cx="190500" cy="428625"/>
          </a:xfrm>
          <a:prstGeom prst="rect">
            <a:avLst/>
          </a:prstGeom>
        </p:spPr>
      </p:pic>
      <p:pic>
        <p:nvPicPr>
          <p:cNvPr id="43" name="그래픽 121">
            <a:extLst>
              <a:ext uri="{FF2B5EF4-FFF2-40B4-BE49-F238E27FC236}">
                <a16:creationId xmlns:a16="http://schemas.microsoft.com/office/drawing/2014/main" id="{888286FF-25C9-3A48-568B-FEE0BC283D7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=""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69497" y="5648116"/>
            <a:ext cx="190500" cy="180975"/>
          </a:xfrm>
          <a:prstGeom prst="rect">
            <a:avLst/>
          </a:prstGeom>
        </p:spPr>
      </p:pic>
      <p:sp>
        <p:nvSpPr>
          <p:cNvPr id="44" name="TextBox 43">
            <a:hlinkClick r:id="rId26"/>
            <a:extLst>
              <a:ext uri="{FF2B5EF4-FFF2-40B4-BE49-F238E27FC236}">
                <a16:creationId xmlns:a16="http://schemas.microsoft.com/office/drawing/2014/main" id="{26D18CFB-C137-406C-88BD-E6300970EA61}"/>
              </a:ext>
            </a:extLst>
          </p:cNvPr>
          <p:cNvSpPr txBox="1"/>
          <p:nvPr/>
        </p:nvSpPr>
        <p:spPr>
          <a:xfrm>
            <a:off x="6493773" y="4703560"/>
            <a:ext cx="3896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27"/>
              </a:rPr>
              <a:t>https://</a:t>
            </a:r>
            <a:r>
              <a:rPr lang="en-US" altLang="ko-KR" sz="2000" b="1" u="sng" dirty="0" smtClean="0">
                <a:solidFill>
                  <a:srgbClr val="0070C0"/>
                </a:solidFill>
                <a:hlinkClick r:id="rId27"/>
              </a:rPr>
              <a:t>youtu.be/</a:t>
            </a:r>
            <a:r>
              <a:rPr lang="en-US" altLang="ko-KR" b="1" u="sng" dirty="0">
                <a:solidFill>
                  <a:srgbClr val="0070C0"/>
                </a:solidFill>
              </a:rPr>
              <a:t>NhJKzqVbwXo</a:t>
            </a:r>
            <a:endParaRPr lang="ko-KR" altLang="en-US" sz="2000" b="1" u="sng" dirty="0">
              <a:solidFill>
                <a:srgbClr val="0070C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0BCF08-13F5-457B-911B-0BDD2B874287}"/>
              </a:ext>
            </a:extLst>
          </p:cNvPr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22910" fontAlgn="base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* 링크를 따라가려면 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&lt;ctrl&gt;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키를 누른 채 클릭하세요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.</a:t>
            </a:r>
            <a:endParaRPr lang="ko-KR" altLang="en-US" sz="1050" dirty="0">
              <a:ln>
                <a:solidFill>
                  <a:schemeClr val="accent1">
                    <a:alpha val="0"/>
                  </a:schemeClr>
                </a:solidFill>
              </a:ln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08D694D8-661B-F6D1-68E1-35769C5E2546}"/>
              </a:ext>
            </a:extLst>
          </p:cNvPr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PPT</a:t>
            </a:r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작성 가이드 안내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DDA2451D-BC49-446F-BB5A-BD4056A187BE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174139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AEF94F9A-BEE3-D4E0-C68F-5CC13F0CB7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r="12792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BBD4645-05C1-2461-0CA1-7E8039FB2786}"/>
              </a:ext>
            </a:extLst>
          </p:cNvPr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작성요령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AC1A773-1649-49F3-E681-8736AC33CFD8}"/>
              </a:ext>
            </a:extLst>
          </p:cNvPr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7263B6A-5B09-A94E-7305-B9E59D67F725}"/>
                </a:ext>
              </a:extLst>
            </p:cNvPr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1BB396F-A52A-BF9D-CF1F-8F67B1A4DA02}"/>
                  </a:ext>
                </a:extLst>
              </p:cNvPr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9" name="그래픽 27">
                <a:extLst>
                  <a:ext uri="{FF2B5EF4-FFF2-40B4-BE49-F238E27FC236}">
                    <a16:creationId xmlns:a16="http://schemas.microsoft.com/office/drawing/2014/main" id="{9F3FACB8-96F0-B588-4F0C-28013B1D5FF6}"/>
                  </a:ext>
                </a:extLst>
              </p:cNvPr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avLst/>
                <a:gdLst>
                  <a:gd name="connsiteX0" fmla="*/ 277636 w 733449"/>
                  <a:gd name="connsiteY0" fmla="*/ 570685 h 570685"/>
                  <a:gd name="connsiteX1" fmla="*/ 211152 w 733449"/>
                  <a:gd name="connsiteY1" fmla="*/ 542301 h 570685"/>
                  <a:gd name="connsiteX2" fmla="*/ 25700 w 733449"/>
                  <a:gd name="connsiteY2" fmla="*/ 349324 h 570685"/>
                  <a:gd name="connsiteX3" fmla="*/ 28272 w 733449"/>
                  <a:gd name="connsiteY3" fmla="*/ 218927 h 570685"/>
                  <a:gd name="connsiteX4" fmla="*/ 158669 w 733449"/>
                  <a:gd name="connsiteY4" fmla="*/ 221594 h 570685"/>
                  <a:gd name="connsiteX5" fmla="*/ 276874 w 733449"/>
                  <a:gd name="connsiteY5" fmla="*/ 344752 h 570685"/>
                  <a:gd name="connsiteX6" fmla="*/ 574149 w 733449"/>
                  <a:gd name="connsiteY6" fmla="*/ 28999 h 570685"/>
                  <a:gd name="connsiteX7" fmla="*/ 704451 w 733449"/>
                  <a:gd name="connsiteY7" fmla="*/ 25093 h 570685"/>
                  <a:gd name="connsiteX8" fmla="*/ 708357 w 733449"/>
                  <a:gd name="connsiteY8" fmla="*/ 155395 h 570685"/>
                  <a:gd name="connsiteX9" fmla="*/ 344692 w 733449"/>
                  <a:gd name="connsiteY9" fmla="*/ 541729 h 570685"/>
                  <a:gd name="connsiteX10" fmla="*/ 278017 w 733449"/>
                  <a:gd name="connsiteY10" fmla="*/ 570685 h 570685"/>
                  <a:gd name="connsiteX11" fmla="*/ 277541 w 733449"/>
                  <a:gd name="connsiteY11" fmla="*/ 570685 h 57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33449" h="570685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+mj-lt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FCF935-8196-A185-816C-95D844ACA952}"/>
                </a:ext>
              </a:extLst>
            </p:cNvPr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작성요령</a:t>
              </a:r>
              <a:endParaRPr lang="en-US" altLang="ko-KR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71AA92F-7E42-EDDF-C00D-43EF76A58DEB}"/>
              </a:ext>
            </a:extLst>
          </p:cNvPr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254AE529-22EB-54D7-0976-B5EF4A458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</p:spPr>
        </p:pic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994CD6DF-A047-4DF8-F9E5-E0C6CD064203}"/>
                </a:ext>
              </a:extLst>
            </p:cNvPr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AF8C27D-C8CD-BF6D-BC46-E2F8F4927CC5}"/>
                </a:ext>
              </a:extLst>
            </p:cNvPr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A6690AB2-A08B-0BA0-316E-656B1C8791DA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4B46D51-2159-3485-F56F-EE8687B19D31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+mj-lt"/>
                    <a:ea typeface="세방고딕 Bold" panose="00000800000000000000" pitchFamily="2" charset="-127"/>
                  </a:rPr>
                  <a:t>2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CE62BF6-EB75-F122-7642-C178C95C921B}"/>
                </a:ext>
              </a:extLst>
            </p:cNvPr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작성주체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79087C6-A385-FDBD-7FC4-8919D8D0053B}"/>
                </a:ext>
              </a:extLst>
            </p:cNvPr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훈련생이 직접 작성하고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훈련기관 담당자가 임의로 삭제 혹은 수정하지 않아야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CAFA98F-7B4A-201A-B8D7-1DDB2B5EDBF9}"/>
              </a:ext>
            </a:extLst>
          </p:cNvPr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D65B55A5-50A9-0D43-E523-5E15AFFBB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</p:spPr>
        </p:pic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194F574F-A0FD-9843-883B-ED65C07104C2}"/>
                </a:ext>
              </a:extLst>
            </p:cNvPr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D00B70C8-0C51-F79C-681B-357513D2FC7E}"/>
                </a:ext>
              </a:extLst>
            </p:cNvPr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816615A8-0428-2613-F44C-50FB5E8F1C4F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6F42B0-20BD-5545-1FFD-791E8DC7781D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1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88280B-ED2E-E1BC-CBB8-411E48304EF7}"/>
                </a:ext>
              </a:extLst>
            </p:cNvPr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제출형태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A0CF0C1-2A7D-3D19-BF69-1D080EC8F862}"/>
                </a:ext>
              </a:extLst>
            </p:cNvPr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팀별 프로젝트 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(PPT)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는 팀별로 각각 작성하여 제출해야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587D62-5C5B-8568-5550-1D6383C5DEE9}"/>
                </a:ext>
              </a:extLst>
            </p:cNvPr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단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개별 진행된 경우 개별로 작성하여 제출</a:t>
              </a:r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FF652EE3-449C-BE36-9B21-DE9A986E9380}"/>
                </a:ext>
              </a:extLst>
            </p:cNvPr>
            <p:cNvSpPr/>
            <p:nvPr/>
          </p:nvSpPr>
          <p:spPr>
            <a:xfrm>
              <a:off x="2802691" y="2095552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D54B0E7-C0BC-E4DB-D62F-AD05F23AF0A2}"/>
              </a:ext>
            </a:extLst>
          </p:cNvPr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ECADC2AC-4A12-8D3C-1210-798C9F7CC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</p:spPr>
        </p:pic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E2D13C13-1CD0-287D-6C1B-E5312AE095D6}"/>
                </a:ext>
              </a:extLst>
            </p:cNvPr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27F5CCB-EFA8-D804-BF2E-597216790FBA}"/>
                </a:ext>
              </a:extLst>
            </p:cNvPr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8D2C11B5-83E8-2470-9DED-9156C304B3D2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3ABF101-0F85-B13F-E0D4-806F172542B9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3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FAA222C-4C3F-46C1-A9CC-60C84CEB096D}"/>
                </a:ext>
              </a:extLst>
            </p:cNvPr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 일 명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DC1CA84-CA24-4C7E-F412-14C7217BA48E}"/>
                </a:ext>
              </a:extLst>
            </p:cNvPr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_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팀주제명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9B456EE-8C65-3985-7041-982FA9B622E3}"/>
                </a:ext>
              </a:extLst>
            </p:cNvPr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결과보고서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_1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팀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(OOO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를 활용한 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OOOO)</a:t>
              </a:r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99F40289-4205-D43E-3A2D-4DFF14485379}"/>
                </a:ext>
              </a:extLst>
            </p:cNvPr>
            <p:cNvSpPr/>
            <p:nvPr/>
          </p:nvSpPr>
          <p:spPr>
            <a:xfrm>
              <a:off x="2802691" y="37569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FB418381-C607-BD5A-B520-DA0CC9D7DBB8}"/>
              </a:ext>
            </a:extLst>
          </p:cNvPr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233CCD15-0A61-5088-FC70-133E66685F9A}"/>
                </a:ext>
              </a:extLst>
            </p:cNvPr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17" name="그림 116">
                <a:extLst>
                  <a:ext uri="{FF2B5EF4-FFF2-40B4-BE49-F238E27FC236}">
                    <a16:creationId xmlns:a16="http://schemas.microsoft.com/office/drawing/2014/main" id="{5518D2B0-5774-6D31-B75C-30F523692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6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</p:spPr>
          </p:pic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A0A71DDE-6F2C-71A5-A47E-26072A82EFEF}"/>
                  </a:ext>
                </a:extLst>
              </p:cNvPr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name="adj" fmla="val 5120"/>
                </a:avLst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D407A655-D264-D4C2-BFA1-5D2D789B9C94}"/>
                  </a:ext>
                </a:extLst>
              </p:cNvPr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23" name="사각형: 둥근 모서리 122">
                  <a:extLst>
                    <a:ext uri="{FF2B5EF4-FFF2-40B4-BE49-F238E27FC236}">
                      <a16:creationId xmlns:a16="http://schemas.microsoft.com/office/drawing/2014/main" id="{2683B883-37D7-CDC7-989E-B057FBC1D849}"/>
                    </a:ext>
                  </a:extLst>
                </p:cNvPr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1F52D926-F82F-43E6-09C7-C06240926BE1}"/>
                    </a:ext>
                  </a:extLst>
                </p:cNvPr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2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378C8"/>
                      </a:solidFill>
                      <a:latin typeface="+mj-lt"/>
                      <a:ea typeface="세방고딕 Bold" panose="00000800000000000000" pitchFamily="2" charset="-127"/>
                    </a:rPr>
                    <a:t>4</a:t>
                  </a:r>
                </a:p>
              </p:txBody>
            </p: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E56CAD0-0947-1BF9-F044-9D82701B5483}"/>
                  </a:ext>
                </a:extLst>
              </p:cNvPr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410210" fontAlgn="base">
                  <a:spcBef>
                    <a:spcPts val="700"/>
                  </a:spcBef>
                </a:pPr>
                <a:r>
                  <a:rPr lang="ko-KR" altLang="en-US" sz="16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구성내용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B74CBFD-AFCF-89B0-713D-A29A14725DDC}"/>
                </a:ext>
              </a:extLst>
            </p:cNvPr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제공된 목차 항목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구성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세부내용이 모두 포함되어야 하며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페이지별 상세 안내 내용을 참고하여 작성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714EA25-4349-04B6-227F-14752927437C}"/>
              </a:ext>
            </a:extLst>
          </p:cNvPr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E6C0944C-6B4A-649A-F52E-0DC2380C3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</p:spPr>
        </p:pic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C6D2C8FF-28D4-D182-1774-8238DD9B86E3}"/>
                </a:ext>
              </a:extLst>
            </p:cNvPr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A33218E0-A3BB-81A3-CC73-F8BAF589C625}"/>
                </a:ext>
              </a:extLst>
            </p:cNvPr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858CD352-4F65-6C35-CEFF-EA9433C8E51D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205424B-638D-87F5-0B3A-473A4210093E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5</a:t>
                </a:r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886A9A3-3071-02A4-7B5E-E4E3ED9E98AD}"/>
                </a:ext>
              </a:extLst>
            </p:cNvPr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 자 인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E663AE3-9AE9-210F-42B6-BFA57A295F83}"/>
                </a:ext>
              </a:extLst>
            </p:cNvPr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참고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예시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디자인이므로 자유롭게 변경 가능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기본폰트를 사용하지 않은 경우 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PDF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로 저장하여 제출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0ED1B30-E7C1-21BF-02E8-504CED4B5E33}"/>
                </a:ext>
              </a:extLst>
            </p:cNvPr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프로젝트 결과물의 우수성 및 완성도를 잘 나타낼 수 있는 형태로 작성</a:t>
              </a:r>
              <a:endPara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AC705F14-C0AF-6F3A-3A70-BC2CDAF6D854}"/>
                </a:ext>
              </a:extLst>
            </p:cNvPr>
            <p:cNvSpPr/>
            <p:nvPr/>
          </p:nvSpPr>
          <p:spPr>
            <a:xfrm>
              <a:off x="2802691" y="58016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5729245-FB8A-8D13-9D3D-205BD3D7A7C0}"/>
                </a:ext>
              </a:extLst>
            </p:cNvPr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저작권 문제로 유료 폰트는 사용 금지</a:t>
              </a:r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9D805BEB-E360-8D72-2F27-E3284789514A}"/>
                </a:ext>
              </a:extLst>
            </p:cNvPr>
            <p:cNvSpPr/>
            <p:nvPr/>
          </p:nvSpPr>
          <p:spPr>
            <a:xfrm>
              <a:off x="2802691" y="604978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pic>
        <p:nvPicPr>
          <p:cNvPr id="139" name="그래픽 138">
            <a:extLst>
              <a:ext uri="{FF2B5EF4-FFF2-40B4-BE49-F238E27FC236}">
                <a16:creationId xmlns:a16="http://schemas.microsoft.com/office/drawing/2014/main" id="{E5E8A66C-FD69-4A07-BAC1-67D5B50755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99" y="6146170"/>
            <a:ext cx="516028" cy="724897"/>
          </a:xfrm>
          <a:prstGeom prst="rect">
            <a:avLst/>
          </a:prstGeom>
        </p:spPr>
      </p:pic>
      <p:pic>
        <p:nvPicPr>
          <p:cNvPr id="140" name="그래픽 139">
            <a:extLst>
              <a:ext uri="{FF2B5EF4-FFF2-40B4-BE49-F238E27FC236}">
                <a16:creationId xmlns:a16="http://schemas.microsoft.com/office/drawing/2014/main" id="{784CF9DC-6F05-EF5B-B873-2894311E99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953181">
            <a:off x="50218" y="5743137"/>
            <a:ext cx="342900" cy="428625"/>
          </a:xfrm>
          <a:prstGeom prst="rect">
            <a:avLst/>
          </a:prstGeom>
        </p:spPr>
      </p:pic>
      <p:sp>
        <p:nvSpPr>
          <p:cNvPr id="73" name="TextBox 5">
            <a:extLst>
              <a:ext uri="{FF2B5EF4-FFF2-40B4-BE49-F238E27FC236}">
                <a16:creationId xmlns:a16="http://schemas.microsoft.com/office/drawing/2014/main" id="{F827ABC8-3156-4505-8791-135D60E6E703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361852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○○아카데미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훈련기관명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팀 프로젝트명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주제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1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어벤져스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팀명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○○○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3388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/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주제의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특화 포인트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 유사 서비스와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차별화된 내용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제시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/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내용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컨셉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훈련내용과의 연관성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개발환경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산출물의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)/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비즈니스 실무 활용성 제시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CB80E50D-4435-40D3-6132-B95A7BAC651C}"/>
              </a:ext>
            </a:extLst>
          </p:cNvPr>
          <p:cNvSpPr txBox="1"/>
          <p:nvPr/>
        </p:nvSpPr>
        <p:spPr>
          <a:xfrm>
            <a:off x="7358069" y="4437112"/>
            <a:ext cx="2122307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목적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진행 일정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구체적인 실행 내역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등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운영 중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지원내역도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42980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=""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=""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=""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과정으로 나누어서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77973"/>
              </p:ext>
            </p:extLst>
          </p:nvPr>
        </p:nvGraphicFramePr>
        <p:xfrm>
          <a:off x="524528" y="2832100"/>
          <a:ext cx="11218265" cy="355728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858457" cy="326913"/>
            <a:chOff x="7383738" y="3841157"/>
            <a:chExt cx="1858457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858457" cy="326913"/>
              <a:chOff x="4665552" y="3307757"/>
              <a:chExt cx="1858457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8" y="3340188"/>
                <a:ext cx="150535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 smtClean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</a:t>
                </a:r>
                <a:r>
                  <a:rPr lang="ko-KR" altLang="en-US" sz="1200" dirty="0" smtClean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+mj-ea"/>
                  <a:ea typeface="+mj-ea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세부적으로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이어지는 예시는 하나의 사례 제공을 위해서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+mj-ea"/>
                <a:ea typeface="+mj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211099" cy="673099"/>
            <a:chOff x="2665127" y="3661000"/>
            <a:chExt cx="9211099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과정이 잘 드러날 수 있도록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가공 과정부터 활용까지 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단계별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수행 과정에서의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피드백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과 그것을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적용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보완 등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이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포함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결과를 서술하는 과정에서는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활용된 기술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등을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상세히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예시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결과물을 잘 드러낼 수 있는 자료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학습 데이터 소개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(Train/dev set)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①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탐색적 분석 및 </a:t>
            </a:r>
            <a:r>
              <a:rPr lang="ko-KR" altLang="en-US" sz="1400" b="1" spc="-100" dirty="0" err="1">
                <a:solidFill>
                  <a:schemeClr val="accent1"/>
                </a:solidFill>
                <a:latin typeface="+mn-ea"/>
              </a:rPr>
              <a:t>전처리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9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Tokenizing : </a:t>
            </a:r>
            <a:r>
              <a:rPr lang="en-US" altLang="ko-KR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Okt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Regular Expression :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불용어가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많아 필수 한글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영어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숫자만 추출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Embedding :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</a:t>
            </a:r>
            <a:r>
              <a:rPr lang="ko-KR" altLang="en-US" sz="1600" spc="-10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임베딩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(Glove) –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단어 사이 문맥상 유사성 이해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Vocabulary </a:t>
            </a:r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BBB05C6D-B97A-4461-AB21-36F1A11EE486}"/>
              </a:ext>
            </a:extLst>
          </p:cNvPr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LG CNS KORQUAD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질의응답 형식</a:t>
            </a:r>
            <a:endParaRPr lang="en-US" altLang="ko-KR" sz="1600" spc="-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Context : 10,645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·  QA 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쌍 </a:t>
            </a:r>
            <a:r>
              <a:rPr lang="en-US" altLang="ko-KR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: 66,181</a:t>
            </a:r>
            <a:r>
              <a:rPr lang="ko-KR" altLang="en-US" sz="1600" spc="-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개 </a:t>
            </a:r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CF7A9261-D168-451B-8DCF-4D83C1C96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60" y="3741700"/>
            <a:ext cx="4110349" cy="2476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D404287-8078-4842-B0B0-2FE3782BD0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8159" y="3767684"/>
            <a:ext cx="2045691" cy="2318448"/>
          </a:xfrm>
          <a:prstGeom prst="rect">
            <a:avLst/>
          </a:prstGeom>
        </p:spPr>
      </p:pic>
      <p:pic>
        <p:nvPicPr>
          <p:cNvPr id="59" name="Picture 2">
            <a:extLst>
              <a:ext uri="{FF2B5EF4-FFF2-40B4-BE49-F238E27FC236}">
                <a16:creationId xmlns:a16="http://schemas.microsoft.com/office/drawing/2014/main" id="{913155D6-82A4-4267-9537-3BFA351FF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CB52E87-B98A-4160-86DD-213E8BA571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0014" y="4560935"/>
            <a:ext cx="1816710" cy="200712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F45D3DA0-7C02-4741-82BA-4B5B4BF9E0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4533" y="4182580"/>
            <a:ext cx="2173901" cy="16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LSTM(Long short-term memory)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개요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5" name="TextBox 1">
            <a:extLst>
              <a:ext uri="{FF2B5EF4-FFF2-40B4-BE49-F238E27FC236}">
                <a16:creationId xmlns:a16="http://schemas.microsoft.com/office/drawing/2014/main" id="{31AB7C40-6529-4100-A8D7-847A66DFB74A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피드백 루프를 순환하면서 주어진 입력에 관한 신경망 출력을 방지하기 위해 고안된 순환 신경망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(RNN: Recurrent Neural Network) </a:t>
            </a:r>
          </a:p>
        </p:txBody>
      </p:sp>
      <p:graphicFrame>
        <p:nvGraphicFramePr>
          <p:cNvPr id="26" name="다이어그램 25">
            <a:extLst>
              <a:ext uri="{FF2B5EF4-FFF2-40B4-BE49-F238E27FC236}">
                <a16:creationId xmlns:a16="http://schemas.microsoft.com/office/drawing/2014/main" id="{C91597F8-263D-44EE-B1F6-802F20468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794650"/>
              </p:ext>
            </p:extLst>
          </p:nvPr>
        </p:nvGraphicFramePr>
        <p:xfrm>
          <a:off x="2629468" y="2910825"/>
          <a:ext cx="6552728" cy="3631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6273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③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선정 및 분석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0" name="Picture 2" descr="https://i.imgur.com/NV7jQ0X.png">
            <a:extLst>
              <a:ext uri="{FF2B5EF4-FFF2-40B4-BE49-F238E27FC236}">
                <a16:creationId xmlns:a16="http://schemas.microsoft.com/office/drawing/2014/main" id="{40AE1313-B21E-4797-B580-D82F3ED95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46" y="3140968"/>
            <a:ext cx="4957365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7D8C36C1-AB7E-479F-9283-8BEEF5D1D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">
            <a:extLst>
              <a:ext uri="{FF2B5EF4-FFF2-40B4-BE49-F238E27FC236}">
                <a16:creationId xmlns:a16="http://schemas.microsoft.com/office/drawing/2014/main" id="{003AD388-3AE0-46FA-BDB3-497A6FB3E7CB}"/>
              </a:ext>
            </a:extLst>
          </p:cNvPr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2Layer LSTM :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문단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질문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코사인 유사도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문서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</a:t>
            </a:r>
            <a:endParaRPr lang="ko-KR" altLang="en-US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5324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④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평가 및 개선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5648E92E-01A1-4DED-9BE0-D0642559F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378A6B5B-C0C5-46AE-AAFE-210FADFD4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0">
            <a:extLst>
              <a:ext uri="{FF2B5EF4-FFF2-40B4-BE49-F238E27FC236}">
                <a16:creationId xmlns:a16="http://schemas.microsoft.com/office/drawing/2014/main" id="{248D3890-72E2-45B1-AACB-04DA448EE1C7}"/>
              </a:ext>
            </a:extLst>
          </p:cNvPr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3Layer LSTM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으로 변경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옵티마이저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조정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: Adam -&gt;‘</a:t>
            </a:r>
            <a:r>
              <a:rPr lang="en-US" altLang="ko-KR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rmsprop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’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로 변경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      &gt;&gt;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학습속도 및 유사도 개선</a:t>
            </a:r>
          </a:p>
        </p:txBody>
      </p:sp>
    </p:spTree>
    <p:extLst>
      <p:ext uri="{BB962C8B-B14F-4D97-AF65-F5344CB8AC3E}">
        <p14:creationId xmlns:p14="http://schemas.microsoft.com/office/powerpoint/2010/main" val="132373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훈련생 발표 영상이 아닌 세부 기능 소개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화면 구동 및 기능 동작 여부 시연영상으로 제작한다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⑤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시연 동영상</a:t>
            </a: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235350-DA32-4D3D-AF98-B200A140AAA8}"/>
              </a:ext>
            </a:extLst>
          </p:cNvPr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기능별 소개 음성 포함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파일형태로 제출 가능</a:t>
            </a:r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935</Words>
  <Application>Microsoft Office PowerPoint</Application>
  <PresentationFormat>와이드스크린</PresentationFormat>
  <Paragraphs>204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Pretendard SemiBold</vt:lpstr>
      <vt:lpstr>굴림체</vt:lpstr>
      <vt:lpstr>맑은 고딕</vt:lpstr>
      <vt:lpstr>맑은 고딕 Semilight</vt:lpstr>
      <vt:lpstr>세방고딕 Bold</vt:lpstr>
      <vt:lpstr>세방고딕 Regular</vt:lpstr>
      <vt:lpstr>휴먼둥근헤드라인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GR</cp:lastModifiedBy>
  <cp:revision>22</cp:revision>
  <dcterms:created xsi:type="dcterms:W3CDTF">2023-12-20T03:00:25Z</dcterms:created>
  <dcterms:modified xsi:type="dcterms:W3CDTF">2025-05-29T05:48:56Z</dcterms:modified>
</cp:coreProperties>
</file>